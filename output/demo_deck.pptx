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Default Extension="gif" ContentType="image/gif"/>
  <Default Extension="bmp" ContentType="image/bmp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slides/slide1.xml" ContentType="application/vnd.openxmlformats-officedocument.presentationml.slide+xml"/>
  <Override PartName="/ppt/slides/slide2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2" Type="http://schemas.openxmlformats.org/package/2006/relationships/metadata/thumbnail" Target="docProps/thumbnail.jpeg"/>
<Relationship Id="rId1" Type="http://schemas.openxmlformats.org/officeDocument/2006/relationships/officeDocument" Target="ppt/presentation.xml"/>
<Relationship Id="rId5" Type="http://schemas.openxmlformats.org/officeDocument/2006/relationships/custom-properties" Target="docProps/custom.xml"/>
<Relationship Id="rId4" Type="http://schemas.openxmlformats.org/officeDocument/2006/relationships/extended-properties" Target="docProps/app.xml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0"/>
  </p:notesMasterIdLst>
  <p:sldIdLst>
    <p:sldId id="256" r:id="rId37"/>
    <p:sldId id="257" r:id="rId38"/>
  </p:sldIdLst>
  <p:sldSz cx="12192000" cy="6858000"/>
  <p:notesSz cx="6858000" cy="9144000"/>
  <p:defaultTextStyle>
    <a:defPPr>
      <a:defRPr lang="en-V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A552CC1A-9D56-E6A9-4EC0-A0A17E57E7C6}" name="Nicholas Tarrant" initials="NT" userId="S::nicholas.tarrant@policyinstitute.org.au::0cf00da4-ccaa-445e-a738-009c7d0d0824" providerId="AD"/>
  <p188:author id="{26E3906A-3223-6A14-00A9-46C4A73004CC}" name="Indra Parta" initials="IP" userId="S::indra.parta@policyinstitute.org.au::57e46944-2053-47ca-93c2-d7feab56f4bb" providerId="AD"/>
  <p188:author id="{8230E47B-6675-82B0-8023-0279BE4C3519}" name="David Strong" initials="DS" userId="fb53049981b257c9" providerId="Windows Live"/>
  <p188:author id="{0B7C1DE3-F7C8-B1F4-D316-DC0AB18795F0}" name="Henry Williams" initials="HW" userId="S::henry.williams@policyinstitute.org.au::74fcfd2b-7622-4f49-b37f-b54dbf717e87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FFAA"/>
    <a:srgbClr val="EBFF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9DCAF9ED-07DC-4A11-8D7F-57B35C25682E}" styleName="Medium Style 1 - Accent 2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2"/>
              </a:solidFill>
            </a:ln>
          </a:left>
          <a:right>
            <a:ln w="12700" cmpd="sng">
              <a:solidFill>
                <a:schemeClr val="accent2"/>
              </a:solidFill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 w="12700" cmpd="sng">
              <a:solidFill>
                <a:schemeClr val="accent2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2">
              <a:tint val="20000"/>
            </a:schemeClr>
          </a:solidFill>
        </a:fill>
      </a:tcStyle>
    </a:band1H>
    <a:band1V>
      <a:tcStyle>
        <a:tcBdr/>
        <a:fill>
          <a:solidFill>
            <a:schemeClr val="accent2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72833802-FEF1-4C79-8D5D-14CF1EAF98D9}" styleName="Light Style 2 - Accent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5A111915-BE36-4E01-A7E5-04B1672EAD32}" styleName="Light Style 2 - Accent 5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</a:tcStyle>
    </a:band1H>
    <a:band1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1V>
    <a:band2V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5"/>
        </a:fillRef>
      </a:tcStyle>
    </a:firstRow>
  </a:tblStyle>
  <a:tblStyle styleId="{0660B408-B3CF-4A94-85FC-2B1E0A45F4A2}" styleName="Dark Style 2 - Accent 1/Accent 2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2"/>
          </a:solidFill>
        </a:fill>
      </a:tcStyle>
    </a:firstRow>
  </a:tblStyle>
  <a:tblStyle styleId="{91EBBBCC-DAD2-459C-BE2E-F6DE35CF9A28}" styleName="Dark Style 2 - Accent 3/Accent 4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3C2FFA5D-87B4-456A-9821-1D502468CF0F}" styleName="Themed Style 1 - Accent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Themed Style 1 - Accent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69C7853C-536D-4A76-A0AE-DD22124D55A5}" styleName="Themed Style 1 - Accent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775DCB02-9BB8-47FD-8907-85C794F793BA}" styleName="Themed Style 1 - Accent 4">
    <a:tblBg>
      <a:fillRef idx="2">
        <a:schemeClr val="accent4"/>
      </a:fillRef>
      <a:effectRef idx="1">
        <a:schemeClr val="accent4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Ref idx="1">
              <a:schemeClr val="accent4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  <a:fill>
          <a:solidFill>
            <a:schemeClr val="accent4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4"/>
            </a:lnRef>
          </a:left>
          <a:right>
            <a:lnRef idx="2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Ref idx="1">
              <a:schemeClr val="accent4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2">
              <a:schemeClr val="accent4"/>
            </a:lnRef>
          </a:top>
          <a:bottom>
            <a:lnRef idx="2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4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  <a:tblStyle styleId="{08FB837D-C827-4EFA-A057-4D05807E0F7C}" styleName="Themed Style 1 - Accent 6">
    <a:tblBg>
      <a:fillRef idx="2">
        <a:schemeClr val="accent6"/>
      </a:fillRef>
      <a:effectRef idx="1">
        <a:schemeClr val="accent6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Ref idx="1">
              <a:schemeClr val="accent6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</a:tcBdr>
        <a:fill>
          <a:solidFill>
            <a:schemeClr val="accent6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6"/>
            </a:lnRef>
          </a:left>
          <a:right>
            <a:lnRef idx="2">
              <a:schemeClr val="accent6"/>
            </a:lnRef>
          </a:right>
          <a:top>
            <a:lnRef idx="1">
              <a:schemeClr val="accent6"/>
            </a:lnRef>
          </a:top>
          <a:bottom>
            <a:lnRef idx="1">
              <a:schemeClr val="accent6"/>
            </a:lnRef>
          </a:bottom>
          <a:insideH>
            <a:lnRef idx="1">
              <a:schemeClr val="accent6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2">
              <a:schemeClr val="accent6"/>
            </a:lnRef>
          </a:top>
          <a:bottom>
            <a:lnRef idx="2">
              <a:schemeClr val="accent6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6"/>
            </a:lnRef>
          </a:left>
          <a:right>
            <a:lnRef idx="1">
              <a:schemeClr val="accent6"/>
            </a:lnRef>
          </a:right>
          <a:top>
            <a:lnRef idx="1">
              <a:schemeClr val="accent6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6"/>
          </a:solidFill>
        </a:fill>
      </a:tcStyle>
    </a:firstRow>
  </a:tblStyle>
  <a:tblStyle styleId="{D113A9D2-9D6B-4929-AA2D-F23B5EE8CBE7}" styleName="Themed Style 2 - Accent 1">
    <a:tblBg>
      <a:fillRef idx="3">
        <a:schemeClr val="accent1"/>
      </a:fillRef>
      <a:effectRef idx="3">
        <a:schemeClr val="accent1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1">
                <a:tint val="50000"/>
              </a:schemeClr>
            </a:lnRef>
          </a:left>
          <a:right>
            <a:lnRef idx="1">
              <a:schemeClr val="accent1">
                <a:tint val="50000"/>
              </a:schemeClr>
            </a:lnRef>
          </a:right>
          <a:top>
            <a:lnRef idx="1">
              <a:schemeClr val="accent1">
                <a:tint val="50000"/>
              </a:schemeClr>
            </a:lnRef>
          </a:top>
          <a:bottom>
            <a:lnRef idx="1">
              <a:schemeClr val="accent1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18603FDC-E32A-4AB5-989C-0864C3EAD2B8}" styleName="Themed Style 2 - Accent 2">
    <a:tblBg>
      <a:fillRef idx="3">
        <a:schemeClr val="accent2"/>
      </a:fillRef>
      <a:effectRef idx="3">
        <a:schemeClr val="accent2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2">
                <a:tint val="50000"/>
              </a:schemeClr>
            </a:lnRef>
          </a:left>
          <a:right>
            <a:lnRef idx="1">
              <a:schemeClr val="accent2">
                <a:tint val="50000"/>
              </a:schemeClr>
            </a:lnRef>
          </a:right>
          <a:top>
            <a:lnRef idx="1">
              <a:schemeClr val="accent2">
                <a:tint val="50000"/>
              </a:schemeClr>
            </a:lnRef>
          </a:top>
          <a:bottom>
            <a:lnRef idx="1">
              <a:schemeClr val="accent2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06799F8-075E-4A3A-A7F6-7FBC6576F1A4}" styleName="Themed Style 2 - Accent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E269D01E-BC32-4049-B463-5C60D7B0CCD2}" styleName="Themed Style 2 - Accent 4">
    <a:tblBg>
      <a:fillRef idx="3">
        <a:schemeClr val="accent4"/>
      </a:fillRef>
      <a:effectRef idx="3">
        <a:schemeClr val="accent4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4">
                <a:tint val="50000"/>
              </a:schemeClr>
            </a:lnRef>
          </a:left>
          <a:right>
            <a:lnRef idx="1">
              <a:schemeClr val="accent4">
                <a:tint val="50000"/>
              </a:schemeClr>
            </a:lnRef>
          </a:right>
          <a:top>
            <a:lnRef idx="1">
              <a:schemeClr val="accent4">
                <a:tint val="50000"/>
              </a:schemeClr>
            </a:lnRef>
          </a:top>
          <a:bottom>
            <a:lnRef idx="1">
              <a:schemeClr val="accent4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27F97BB-C833-4FB7-BDE5-3F7075034690}" styleName="Themed Style 2 - Accent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38B1855-1B75-4FBE-930C-398BA8C253C6}" styleName="Themed Style 2 - Accent 6">
    <a:tblBg>
      <a:fillRef idx="3">
        <a:schemeClr val="accent6"/>
      </a:fillRef>
      <a:effectRef idx="3">
        <a:schemeClr val="accent6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6">
                <a:tint val="50000"/>
              </a:schemeClr>
            </a:lnRef>
          </a:left>
          <a:right>
            <a:lnRef idx="1">
              <a:schemeClr val="accent6">
                <a:tint val="50000"/>
              </a:schemeClr>
            </a:lnRef>
          </a:right>
          <a:top>
            <a:lnRef idx="1">
              <a:schemeClr val="accent6">
                <a:tint val="50000"/>
              </a:schemeClr>
            </a:lnRef>
          </a:top>
          <a:bottom>
            <a:lnRef idx="1">
              <a:schemeClr val="accent6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9D7B26C5-4107-4FEC-AEDC-1716B250A1EF}" styleName="Light Styl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  <a:tblStyle styleId="{C083E6E3-FA7D-4D7B-A595-EF9225AFEA82}" styleName="Light Style 1 - Accent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D27102A9-8310-4765-A935-A1911B00CA55}" styleName="Light Style 1 - Acc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E9639D4-E3E2-4D34-9284-5A2195B3D0D7}" styleName="Light Style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F2DE63D5-997A-4646-A377-4702673A728D}" styleName="Light Style 2 - Accent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17292A2E-F333-43FB-9621-5CBBE7FDCDCB}" styleName="Light Style 2 - Accent 4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4"/>
            </a:lnRef>
          </a:top>
          <a:bottom>
            <a:lnRef idx="1">
              <a:schemeClr val="accent4"/>
            </a:lnRef>
          </a:bottom>
        </a:tcBdr>
      </a:tcStyle>
    </a:band1H>
    <a:band1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1V>
    <a:band2V>
      <a:tcStyle>
        <a:tcBdr>
          <a:left>
            <a:lnRef idx="1">
              <a:schemeClr val="accent4"/>
            </a:lnRef>
          </a:left>
          <a:right>
            <a:lnRef idx="1">
              <a:schemeClr val="accent4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4"/>
        </a:fillRef>
      </a:tcStyle>
    </a:firstRow>
  </a:tblStyle>
  <a:tblStyle styleId="{8799B23B-EC83-4686-B30A-512413B5E67A}" styleName="Light Style 3 - Accent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ED083AE6-46FA-4A59-8FB0-9F97EB10719F}" styleName="Light Style 3 - Accent 4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 w="12700" cmpd="sng">
              <a:solidFill>
                <a:schemeClr val="accent4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BDBED569-4797-4DF1-A0F4-6AAB3CD982D8}" styleName="Light Style 3 - Accent 5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 w="12700" cmpd="sng">
              <a:solidFill>
                <a:schemeClr val="accent5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20000"/>
            </a:schemeClr>
          </a:solidFill>
        </a:fill>
      </a:tcStyle>
    </a:band1H>
    <a:band1V>
      <a:tcStyle>
        <a:tcBdr/>
        <a:fill>
          <a:solidFill>
            <a:schemeClr val="accent5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5"/>
              </a:solidFill>
            </a:ln>
          </a:bottom>
        </a:tcBdr>
        <a:fill>
          <a:noFill/>
        </a:fill>
      </a:tcStyle>
    </a:firstRow>
  </a:tblStyle>
  <a:tblStyle styleId="{E8B1032C-EA38-4F05-BA0D-38AFFFC7BED3}" styleName="Light Style 3 - Accent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1E171933-4619-4E11-9A3F-F7608DF75F80}" styleName="Medium Style 1 - Accent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4"/>
              </a:solidFill>
            </a:ln>
          </a:left>
          <a:right>
            <a:ln w="12700" cmpd="sng">
              <a:solidFill>
                <a:schemeClr val="accent4"/>
              </a:solidFill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 w="12700" cmpd="sng">
              <a:solidFill>
                <a:schemeClr val="accent4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4">
              <a:tint val="20000"/>
            </a:schemeClr>
          </a:solidFill>
        </a:fill>
      </a:tcStyle>
    </a:band1H>
    <a:band1V>
      <a:tcStyle>
        <a:tcBdr/>
        <a:fill>
          <a:solidFill>
            <a:schemeClr val="accent4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4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4"/>
          </a:solidFill>
        </a:fill>
      </a:tcStyle>
    </a:firstRow>
  </a:tblStyle>
  <a:tblStyle styleId="{FABFCF23-3B69-468F-B69F-88F6DE6A72F2}" styleName="Medium Style 1 - Accent 5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5"/>
              </a:solidFill>
            </a:ln>
          </a:left>
          <a:right>
            <a:ln w="12700" cmpd="sng">
              <a:solidFill>
                <a:schemeClr val="accent5"/>
              </a:solidFill>
            </a:ln>
          </a:right>
          <a:top>
            <a:ln w="12700" cmpd="sng">
              <a:solidFill>
                <a:schemeClr val="accent5"/>
              </a:solidFill>
            </a:ln>
          </a:top>
          <a:bottom>
            <a:ln w="12700" cmpd="sng">
              <a:solidFill>
                <a:schemeClr val="accent5"/>
              </a:solidFill>
            </a:ln>
          </a:bottom>
          <a:insideH>
            <a:ln w="12700" cmpd="sng">
              <a:solidFill>
                <a:schemeClr val="accent5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5">
              <a:tint val="20000"/>
            </a:schemeClr>
          </a:solidFill>
        </a:fill>
      </a:tcStyle>
    </a:band1H>
    <a:band1V>
      <a:tcStyle>
        <a:tcBdr/>
        <a:fill>
          <a:solidFill>
            <a:schemeClr val="accent5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5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5"/>
          </a:solidFill>
        </a:fill>
      </a:tcStyle>
    </a:firstRow>
  </a:tblStyle>
  <a:tblStyle styleId="{10A1B5D5-9B99-4C35-A422-299274C87663}" styleName="Medium Style 1 - Accent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6">
              <a:tint val="20000"/>
            </a:schemeClr>
          </a:solidFill>
        </a:fill>
      </a:tcStyle>
    </a:band1H>
    <a:band1V>
      <a:tcStyle>
        <a:tcBdr/>
        <a:fill>
          <a:solidFill>
            <a:schemeClr val="accent6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014" autoAdjust="0"/>
    <p:restoredTop sz="94785"/>
  </p:normalViewPr>
  <p:slideViewPr>
    <p:cSldViewPr snapToGrid="0">
      <p:cViewPr varScale="1">
        <p:scale>
          <a:sx n="59" d="100"/>
          <a:sy n="59" d="100"/>
        </p:scale>
        <p:origin x="442" y="41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30" d="100"/>
        <a:sy n="130" d="100"/>
      </p:scale>
      <p:origin x="0" y="0"/>
    </p:cViewPr>
  </p:sorter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customXml" Target="../customXml/item3.xml"/>
<Relationship Id="rId34" Type="http://schemas.openxmlformats.org/officeDocument/2006/relationships/tableStyles" Target="tableStyles.xml"/>
<Relationship Id="rId33" Type="http://schemas.openxmlformats.org/officeDocument/2006/relationships/theme" Target="theme/theme1.xml"/>
<Relationship Id="rId2" Type="http://schemas.openxmlformats.org/officeDocument/2006/relationships/customXml" Target="../customXml/item2.xml"/>
<Relationship Id="rId1" Type="http://schemas.openxmlformats.org/officeDocument/2006/relationships/customXml" Target="../customXml/item1.xml"/>
<Relationship Id="rId32" Type="http://schemas.openxmlformats.org/officeDocument/2006/relationships/viewProps" Target="viewProps.xml"/>
<Relationship Id="rId36" Type="http://schemas.microsoft.com/office/2018/10/relationships/authors" Target="authors.xml"/>
<Relationship Id="rId31" Type="http://schemas.openxmlformats.org/officeDocument/2006/relationships/presProps" Target="presProps.xml"/>
<Relationship Id="rId4" Type="http://schemas.openxmlformats.org/officeDocument/2006/relationships/slideMaster" Target="slideMasters/slideMaster1.xml"/>
<Relationship Id="rId30" Type="http://schemas.openxmlformats.org/officeDocument/2006/relationships/notesMaster" Target="notesMasters/notesMaster1.xml"/>
<Relationship Id="rId35" Type="http://schemas.microsoft.com/office/2016/11/relationships/changesInfo" Target="changesInfos/changesInfo1.xml"/>
<Relationship Id="rId37" Type="http://schemas.openxmlformats.org/officeDocument/2006/relationships/slide" Target="slides/slide1.xml"/>
<Relationship Id="rId38" Type="http://schemas.openxmlformats.org/officeDocument/2006/relationships/slide" Target="slides/slide2.xml"/>
</Relationships>
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ndra Parta" userId="57e46944-2053-47ca-93c2-d7feab56f4bb" providerId="ADAL" clId="{A2217DD4-DE69-42EA-95ED-B7F6770519D6}"/>
    <pc:docChg chg="modSld modMainMaster">
      <pc:chgData name="Indra Parta" userId="57e46944-2053-47ca-93c2-d7feab56f4bb" providerId="ADAL" clId="{A2217DD4-DE69-42EA-95ED-B7F6770519D6}" dt="2026-02-12T05:09:52.244" v="2" actId="14100"/>
      <pc:docMkLst>
        <pc:docMk/>
      </pc:docMkLst>
      <pc:sldChg chg="modSp mod">
        <pc:chgData name="Indra Parta" userId="57e46944-2053-47ca-93c2-d7feab56f4bb" providerId="ADAL" clId="{A2217DD4-DE69-42EA-95ED-B7F6770519D6}" dt="2026-02-12T05:09:34.563" v="0" actId="14100"/>
        <pc:sldMkLst>
          <pc:docMk/>
          <pc:sldMk cId="2418072929" sldId="272"/>
        </pc:sldMkLst>
        <pc:spChg chg="mod">
          <ac:chgData name="Indra Parta" userId="57e46944-2053-47ca-93c2-d7feab56f4bb" providerId="ADAL" clId="{A2217DD4-DE69-42EA-95ED-B7F6770519D6}" dt="2026-02-12T05:09:34.563" v="0" actId="14100"/>
          <ac:spMkLst>
            <pc:docMk/>
            <pc:sldMk cId="2418072929" sldId="272"/>
            <ac:spMk id="22" creationId="{4E925C01-A6A7-02E0-696E-C989C455B883}"/>
          </ac:spMkLst>
        </pc:spChg>
      </pc:sldChg>
      <pc:sldMasterChg chg="modSldLayout">
        <pc:chgData name="Indra Parta" userId="57e46944-2053-47ca-93c2-d7feab56f4bb" providerId="ADAL" clId="{A2217DD4-DE69-42EA-95ED-B7F6770519D6}" dt="2026-02-12T05:09:52.244" v="2" actId="14100"/>
        <pc:sldMasterMkLst>
          <pc:docMk/>
          <pc:sldMasterMk cId="3360938101" sldId="2147483648"/>
        </pc:sldMasterMkLst>
        <pc:sldLayoutChg chg="modSp mod">
          <pc:chgData name="Indra Parta" userId="57e46944-2053-47ca-93c2-d7feab56f4bb" providerId="ADAL" clId="{A2217DD4-DE69-42EA-95ED-B7F6770519D6}" dt="2026-02-12T05:09:52.244" v="2" actId="14100"/>
          <pc:sldLayoutMkLst>
            <pc:docMk/>
            <pc:sldMasterMk cId="3360938101" sldId="2147483648"/>
            <pc:sldLayoutMk cId="284546150" sldId="2147483668"/>
          </pc:sldLayoutMkLst>
          <pc:spChg chg="mod">
            <ac:chgData name="Indra Parta" userId="57e46944-2053-47ca-93c2-d7feab56f4bb" providerId="ADAL" clId="{A2217DD4-DE69-42EA-95ED-B7F6770519D6}" dt="2026-02-12T05:09:52.244" v="2" actId="14100"/>
            <ac:spMkLst>
              <pc:docMk/>
              <pc:sldMasterMk cId="3360938101" sldId="2147483648"/>
              <pc:sldLayoutMk cId="284546150" sldId="2147483668"/>
              <ac:spMk id="3" creationId="{B03B4215-26DE-8375-D5A3-6B476548AF30}"/>
            </ac:spMkLst>
          </pc:spChg>
          <pc:spChg chg="mod">
            <ac:chgData name="Indra Parta" userId="57e46944-2053-47ca-93c2-d7feab56f4bb" providerId="ADAL" clId="{A2217DD4-DE69-42EA-95ED-B7F6770519D6}" dt="2026-02-12T05:09:47.477" v="1" actId="14100"/>
            <ac:spMkLst>
              <pc:docMk/>
              <pc:sldMasterMk cId="3360938101" sldId="2147483648"/>
              <pc:sldLayoutMk cId="284546150" sldId="2147483668"/>
              <ac:spMk id="4" creationId="{7EA18DCE-1FEE-55C2-323D-68DE1BF8596D}"/>
            </ac:spMkLst>
          </pc:spChg>
        </pc:sldLayoutChg>
      </pc:sldMaster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r>
              <a:rPr lang="en-US" sz="1600" b="1">
                <a:solidFill>
                  <a:schemeClr val="accent1"/>
                </a:solidFill>
                <a:latin typeface=""/>
              </a:rPr>
              <a:t>Chart 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accent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E6D8-7045-BF5E-3380779AB2E6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E6D8-7045-BF5E-3380779AB2E6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E6D8-7045-BF5E-3380779AB2E6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8445536"/>
        <c:axId val="598196864"/>
      </c:barChart>
      <c:catAx>
        <c:axId val="598445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M Sans 14pt" pitchFamily="2" charset="77"/>
                <a:ea typeface="+mn-ea"/>
                <a:cs typeface="+mn-cs"/>
              </a:defRPr>
            </a:pPr>
            <a:endParaRPr lang="en-US"/>
          </a:p>
        </c:txPr>
        <c:crossAx val="598196864"/>
        <c:crosses val="autoZero"/>
        <c:auto val="1"/>
        <c:lblAlgn val="ctr"/>
        <c:lblOffset val="100"/>
        <c:noMultiLvlLbl val="0"/>
      </c:catAx>
      <c:valAx>
        <c:axId val="5981968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DM Sans 14pt" pitchFamily="2" charset="77"/>
                <a:ea typeface="+mn-ea"/>
                <a:cs typeface="+mn-cs"/>
              </a:defRPr>
            </a:pPr>
            <a:endParaRPr lang="en-US"/>
          </a:p>
        </c:txPr>
        <c:crossAx val="598445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DM Sans 14pt" pitchFamily="2" charset="77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1862" b="0" i="0" u="none" strike="noStrike" kern="1200" spc="0" baseline="0">
                <a:solidFill>
                  <a:schemeClr val="accent1"/>
                </a:solidFill>
                <a:latin typeface="+mn-lt"/>
                <a:ea typeface="+mn-ea"/>
                <a:cs typeface="+mn-cs"/>
              </a:defRPr>
            </a:pPr>
            <a:r>
              <a:rPr lang="en-US" sz="1600" b="1">
                <a:solidFill>
                  <a:schemeClr val="accent1"/>
                </a:solidFill>
                <a:latin typeface=""/>
              </a:rPr>
              <a:t>Chart Title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62" b="0" i="0" u="none" strike="noStrike" kern="1200" spc="0" baseline="0">
              <a:solidFill>
                <a:schemeClr val="accent1"/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Series 1</c:v>
                </c:pt>
              </c:strCache>
            </c:strRef>
          </c:tx>
          <c:spPr>
            <a:solidFill>
              <a:schemeClr val="accent1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4.3</c:v>
                </c:pt>
                <c:pt idx="1">
                  <c:v>2.5</c:v>
                </c:pt>
                <c:pt idx="2">
                  <c:v>3.5</c:v>
                </c:pt>
                <c:pt idx="3">
                  <c:v>4.5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BB10-CF49-BF5B-AABEDE1C6AD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Series 2</c:v>
                </c:pt>
              </c:strCache>
            </c:strRef>
          </c:tx>
          <c:spPr>
            <a:solidFill>
              <a:schemeClr val="accent2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2.4</c:v>
                </c:pt>
                <c:pt idx="1">
                  <c:v>4.4000000000000004</c:v>
                </c:pt>
                <c:pt idx="2">
                  <c:v>1.8</c:v>
                </c:pt>
                <c:pt idx="3">
                  <c:v>2.8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BB10-CF49-BF5B-AABEDE1C6AD9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Series 3</c:v>
                </c:pt>
              </c:strCache>
            </c:strRef>
          </c:tx>
          <c:spPr>
            <a:solidFill>
              <a:schemeClr val="accent3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BB10-CF49-BF5B-AABEDE1C6AD9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Series 4</c:v>
                </c:pt>
              </c:strCache>
            </c:strRef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4</c:v>
                </c:pt>
                <c:pt idx="1">
                  <c:v>3</c:v>
                </c:pt>
                <c:pt idx="2">
                  <c:v>6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BB10-CF49-BF5B-AABEDE1C6AD9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Series 5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2</c:v>
                </c:pt>
                <c:pt idx="1">
                  <c:v>2</c:v>
                </c:pt>
                <c:pt idx="2">
                  <c:v>3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BB10-CF49-BF5B-AABEDE1C6AD9}"/>
            </c:ext>
          </c:extLst>
        </c:ser>
        <c:ser>
          <c:idx val="5"/>
          <c:order val="5"/>
          <c:tx>
            <c:strRef>
              <c:f>Sheet1!$G$1</c:f>
              <c:strCache>
                <c:ptCount val="1"/>
                <c:pt idx="0">
                  <c:v>Series 6</c:v>
                </c:pt>
              </c:strCache>
            </c:strRef>
          </c:tx>
          <c:spPr>
            <a:solidFill>
              <a:schemeClr val="accent6"/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Sheet1!$G$2:$G$5</c:f>
              <c:numCache>
                <c:formatCode>General</c:formatCode>
                <c:ptCount val="4"/>
                <c:pt idx="0">
                  <c:v>4</c:v>
                </c:pt>
                <c:pt idx="1">
                  <c:v>1</c:v>
                </c:pt>
                <c:pt idx="2">
                  <c:v>4</c:v>
                </c:pt>
                <c:pt idx="3">
                  <c:v>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5-BB10-CF49-BF5B-AABEDE1C6AD9}"/>
            </c:ext>
          </c:extLst>
        </c:ser>
        <c:ser>
          <c:idx val="6"/>
          <c:order val="6"/>
          <c:tx>
            <c:strRef>
              <c:f>Sheet1!$H$1</c:f>
              <c:strCache>
                <c:ptCount val="1"/>
                <c:pt idx="0">
                  <c:v>Series 7</c:v>
                </c:pt>
              </c:strCache>
            </c:strRef>
          </c:tx>
          <c:spPr>
            <a:solidFill>
              <a:schemeClr val="accent1">
                <a:lumMod val="60000"/>
              </a:schemeClr>
            </a:solidFill>
            <a:ln>
              <a:noFill/>
            </a:ln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Category 1</c:v>
                </c:pt>
                <c:pt idx="1">
                  <c:v>Category 2</c:v>
                </c:pt>
                <c:pt idx="2">
                  <c:v>Category 3</c:v>
                </c:pt>
                <c:pt idx="3">
                  <c:v>Category 4</c:v>
                </c:pt>
              </c:strCache>
            </c:strRef>
          </c:cat>
          <c:val>
            <c:numRef>
              <c:f>Sheet1!$H$2:$H$5</c:f>
              <c:numCache>
                <c:formatCode>General</c:formatCode>
                <c:ptCount val="4"/>
                <c:pt idx="0">
                  <c:v>5</c:v>
                </c:pt>
                <c:pt idx="1">
                  <c:v>3</c:v>
                </c:pt>
                <c:pt idx="2">
                  <c:v>4</c:v>
                </c:pt>
                <c:pt idx="3">
                  <c:v>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7-BB10-CF49-BF5B-AABEDE1C6AD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598445536"/>
        <c:axId val="598196864"/>
      </c:barChart>
      <c:catAx>
        <c:axId val="59844553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000" b="0" i="0" u="none" strike="noStrike" kern="1200" baseline="0">
                <a:solidFill>
                  <a:schemeClr val="tx1"/>
                </a:solidFill>
                <a:latin typeface="DM Sans 14pt" pitchFamily="2" charset="77"/>
                <a:ea typeface="+mn-ea"/>
                <a:cs typeface="+mn-cs"/>
              </a:defRPr>
            </a:pPr>
            <a:endParaRPr lang="en-US"/>
          </a:p>
        </c:txPr>
        <c:crossAx val="598196864"/>
        <c:crosses val="autoZero"/>
        <c:auto val="1"/>
        <c:lblAlgn val="ctr"/>
        <c:lblOffset val="100"/>
        <c:noMultiLvlLbl val="0"/>
      </c:catAx>
      <c:valAx>
        <c:axId val="598196864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DM Sans 14pt" pitchFamily="2" charset="77"/>
                <a:ea typeface="+mn-ea"/>
                <a:cs typeface="+mn-cs"/>
              </a:defRPr>
            </a:pPr>
            <a:endParaRPr lang="en-US"/>
          </a:p>
        </c:txPr>
        <c:crossAx val="59844553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800" b="0" i="0" u="none" strike="noStrike" kern="1200" baseline="0">
              <a:solidFill>
                <a:schemeClr val="tx1"/>
              </a:solidFill>
              <a:latin typeface="DM Sans 14pt" pitchFamily="2" charset="77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solidFill>
      <a:schemeClr val="bg1"/>
    </a:soli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E92380-D3AC-6F43-8B5F-BFFD77899A9A}" type="datetimeFigureOut">
              <a:rPr lang="en-VN" smtClean="0"/>
              <a:t>02/12/2026</a:t>
            </a:fld>
            <a:endParaRPr lang="en-V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V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V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5FC0C5-1896-494C-97BD-D972742D7AC0}" type="slidenum">
              <a:rPr lang="en-VN" smtClean="0"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5945883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7" Type="http://schemas.openxmlformats.org/officeDocument/2006/relationships/image" Target="../media/image10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6" Type="http://schemas.openxmlformats.org/officeDocument/2006/relationships/image" Target="../media/image9.png"/><Relationship Id="rId5" Type="http://schemas.openxmlformats.org/officeDocument/2006/relationships/image" Target="../media/image8.emf"/><Relationship Id="rId4" Type="http://schemas.openxmlformats.org/officeDocument/2006/relationships/image" Target="../media/image7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1_Titl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4200A637-E50B-5FD8-3568-06A372377AF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l="6660" t="32277" r="34253" b="1"/>
          <a:stretch>
            <a:fillRect/>
          </a:stretch>
        </p:blipFill>
        <p:spPr>
          <a:xfrm>
            <a:off x="7704306" y="0"/>
            <a:ext cx="4487694" cy="6858000"/>
          </a:xfrm>
          <a:prstGeom prst="rect">
            <a:avLst/>
          </a:prstGeom>
        </p:spPr>
      </p:pic>
      <p:sp>
        <p:nvSpPr>
          <p:cNvPr id="54" name="Freeform 53">
            <a:extLst>
              <a:ext uri="{FF2B5EF4-FFF2-40B4-BE49-F238E27FC236}">
                <a16:creationId xmlns:a16="http://schemas.microsoft.com/office/drawing/2014/main" id="{C34D6B2A-8BB9-6993-35C5-29488CFB8288}"/>
              </a:ext>
            </a:extLst>
          </p:cNvPr>
          <p:cNvSpPr>
            <a:spLocks noChangeAspect="1"/>
          </p:cNvSpPr>
          <p:nvPr userDrawn="1"/>
        </p:nvSpPr>
        <p:spPr>
          <a:xfrm>
            <a:off x="0" y="1"/>
            <a:ext cx="8369667" cy="6866164"/>
          </a:xfrm>
          <a:custGeom>
            <a:avLst/>
            <a:gdLst>
              <a:gd name="connsiteX0" fmla="*/ 11357658 w 12265711"/>
              <a:gd name="connsiteY0" fmla="*/ 6494923 h 6494922"/>
              <a:gd name="connsiteX1" fmla="*/ 0 w 12265711"/>
              <a:gd name="connsiteY1" fmla="*/ 6494923 h 6494922"/>
              <a:gd name="connsiteX2" fmla="*/ 0 w 12265711"/>
              <a:gd name="connsiteY2" fmla="*/ 0 h 6494922"/>
              <a:gd name="connsiteX3" fmla="*/ 11357658 w 12265711"/>
              <a:gd name="connsiteY3" fmla="*/ 0 h 6494922"/>
              <a:gd name="connsiteX4" fmla="*/ 11632933 w 12265711"/>
              <a:gd name="connsiteY4" fmla="*/ 2161540 h 6494922"/>
              <a:gd name="connsiteX5" fmla="*/ 12265712 w 12265711"/>
              <a:gd name="connsiteY5" fmla="*/ 3235604 h 6494922"/>
              <a:gd name="connsiteX6" fmla="*/ 11635190 w 12265711"/>
              <a:gd name="connsiteY6" fmla="*/ 4329949 h 6494922"/>
              <a:gd name="connsiteX7" fmla="*/ 11357658 w 12265711"/>
              <a:gd name="connsiteY7" fmla="*/ 6494923 h 6494922"/>
              <a:gd name="connsiteX0" fmla="*/ 11357658 w 12265712"/>
              <a:gd name="connsiteY0" fmla="*/ 6496548 h 6496548"/>
              <a:gd name="connsiteX1" fmla="*/ 0 w 12265712"/>
              <a:gd name="connsiteY1" fmla="*/ 6496548 h 6496548"/>
              <a:gd name="connsiteX2" fmla="*/ 0 w 12265712"/>
              <a:gd name="connsiteY2" fmla="*/ 1625 h 6496548"/>
              <a:gd name="connsiteX3" fmla="*/ 3117517 w 12265712"/>
              <a:gd name="connsiteY3" fmla="*/ 0 h 6496548"/>
              <a:gd name="connsiteX4" fmla="*/ 11357658 w 12265712"/>
              <a:gd name="connsiteY4" fmla="*/ 1625 h 6496548"/>
              <a:gd name="connsiteX5" fmla="*/ 11632933 w 12265712"/>
              <a:gd name="connsiteY5" fmla="*/ 2163165 h 6496548"/>
              <a:gd name="connsiteX6" fmla="*/ 12265712 w 12265712"/>
              <a:gd name="connsiteY6" fmla="*/ 3237229 h 6496548"/>
              <a:gd name="connsiteX7" fmla="*/ 11635190 w 12265712"/>
              <a:gd name="connsiteY7" fmla="*/ 4331574 h 6496548"/>
              <a:gd name="connsiteX8" fmla="*/ 11357658 w 12265712"/>
              <a:gd name="connsiteY8" fmla="*/ 6496548 h 6496548"/>
              <a:gd name="connsiteX0" fmla="*/ 11357658 w 12265712"/>
              <a:gd name="connsiteY0" fmla="*/ 6496548 h 6502654"/>
              <a:gd name="connsiteX1" fmla="*/ 3144183 w 12265712"/>
              <a:gd name="connsiteY1" fmla="*/ 6502654 h 6502654"/>
              <a:gd name="connsiteX2" fmla="*/ 0 w 12265712"/>
              <a:gd name="connsiteY2" fmla="*/ 6496548 h 6502654"/>
              <a:gd name="connsiteX3" fmla="*/ 0 w 12265712"/>
              <a:gd name="connsiteY3" fmla="*/ 1625 h 6502654"/>
              <a:gd name="connsiteX4" fmla="*/ 3117517 w 12265712"/>
              <a:gd name="connsiteY4" fmla="*/ 0 h 6502654"/>
              <a:gd name="connsiteX5" fmla="*/ 11357658 w 12265712"/>
              <a:gd name="connsiteY5" fmla="*/ 1625 h 6502654"/>
              <a:gd name="connsiteX6" fmla="*/ 11632933 w 12265712"/>
              <a:gd name="connsiteY6" fmla="*/ 2163165 h 6502654"/>
              <a:gd name="connsiteX7" fmla="*/ 12265712 w 12265712"/>
              <a:gd name="connsiteY7" fmla="*/ 3237229 h 6502654"/>
              <a:gd name="connsiteX8" fmla="*/ 11635190 w 12265712"/>
              <a:gd name="connsiteY8" fmla="*/ 4331574 h 6502654"/>
              <a:gd name="connsiteX9" fmla="*/ 11357658 w 12265712"/>
              <a:gd name="connsiteY9" fmla="*/ 6496548 h 6502654"/>
              <a:gd name="connsiteX0" fmla="*/ 11357658 w 12265712"/>
              <a:gd name="connsiteY0" fmla="*/ 6496548 h 6502654"/>
              <a:gd name="connsiteX1" fmla="*/ 3144183 w 12265712"/>
              <a:gd name="connsiteY1" fmla="*/ 6502654 h 6502654"/>
              <a:gd name="connsiteX2" fmla="*/ 0 w 12265712"/>
              <a:gd name="connsiteY2" fmla="*/ 1625 h 6502654"/>
              <a:gd name="connsiteX3" fmla="*/ 3117517 w 12265712"/>
              <a:gd name="connsiteY3" fmla="*/ 0 h 6502654"/>
              <a:gd name="connsiteX4" fmla="*/ 11357658 w 12265712"/>
              <a:gd name="connsiteY4" fmla="*/ 1625 h 6502654"/>
              <a:gd name="connsiteX5" fmla="*/ 11632933 w 12265712"/>
              <a:gd name="connsiteY5" fmla="*/ 2163165 h 6502654"/>
              <a:gd name="connsiteX6" fmla="*/ 12265712 w 12265712"/>
              <a:gd name="connsiteY6" fmla="*/ 3237229 h 6502654"/>
              <a:gd name="connsiteX7" fmla="*/ 11635190 w 12265712"/>
              <a:gd name="connsiteY7" fmla="*/ 4331574 h 6502654"/>
              <a:gd name="connsiteX8" fmla="*/ 11357658 w 12265712"/>
              <a:gd name="connsiteY8" fmla="*/ 6496548 h 6502654"/>
              <a:gd name="connsiteX0" fmla="*/ 8240141 w 9148195"/>
              <a:gd name="connsiteY0" fmla="*/ 6496548 h 6502654"/>
              <a:gd name="connsiteX1" fmla="*/ 26666 w 9148195"/>
              <a:gd name="connsiteY1" fmla="*/ 6502654 h 6502654"/>
              <a:gd name="connsiteX2" fmla="*/ 0 w 9148195"/>
              <a:gd name="connsiteY2" fmla="*/ 0 h 6502654"/>
              <a:gd name="connsiteX3" fmla="*/ 8240141 w 9148195"/>
              <a:gd name="connsiteY3" fmla="*/ 1625 h 6502654"/>
              <a:gd name="connsiteX4" fmla="*/ 8515416 w 9148195"/>
              <a:gd name="connsiteY4" fmla="*/ 2163165 h 6502654"/>
              <a:gd name="connsiteX5" fmla="*/ 9148195 w 9148195"/>
              <a:gd name="connsiteY5" fmla="*/ 3237229 h 6502654"/>
              <a:gd name="connsiteX6" fmla="*/ 8517673 w 9148195"/>
              <a:gd name="connsiteY6" fmla="*/ 4331574 h 6502654"/>
              <a:gd name="connsiteX7" fmla="*/ 8240141 w 9148195"/>
              <a:gd name="connsiteY7" fmla="*/ 6496548 h 650265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148195" h="6502654">
                <a:moveTo>
                  <a:pt x="8240141" y="6496548"/>
                </a:moveTo>
                <a:lnTo>
                  <a:pt x="26666" y="6502654"/>
                </a:lnTo>
                <a:lnTo>
                  <a:pt x="0" y="0"/>
                </a:lnTo>
                <a:lnTo>
                  <a:pt x="8240141" y="1625"/>
                </a:lnTo>
                <a:lnTo>
                  <a:pt x="8515416" y="2163165"/>
                </a:lnTo>
                <a:lnTo>
                  <a:pt x="9148195" y="3237229"/>
                </a:lnTo>
                <a:lnTo>
                  <a:pt x="8517673" y="4331574"/>
                </a:lnTo>
                <a:lnTo>
                  <a:pt x="8240141" y="6496548"/>
                </a:lnTo>
                <a:close/>
              </a:path>
            </a:pathLst>
          </a:custGeom>
          <a:solidFill>
            <a:schemeClr val="tx1"/>
          </a:solidFill>
          <a:ln w="107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00CCB1E8-EBA2-C36D-2E76-F2D167E8901B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548640" y="474617"/>
            <a:ext cx="1807029" cy="795093"/>
          </a:xfrm>
          <a:prstGeom prst="rect">
            <a:avLst/>
          </a:prstGeom>
        </p:spPr>
      </p:pic>
      <p:sp>
        <p:nvSpPr>
          <p:cNvPr id="13" name="Content Placeholder 29">
            <a:extLst>
              <a:ext uri="{FF2B5EF4-FFF2-40B4-BE49-F238E27FC236}">
                <a16:creationId xmlns:a16="http://schemas.microsoft.com/office/drawing/2014/main" id="{D52F121A-8FD0-E55F-6311-77F47A97FC7A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548640" y="6516730"/>
            <a:ext cx="3073334" cy="332581"/>
          </a:xfrm>
        </p:spPr>
        <p:txBody>
          <a:bodyPr/>
          <a:lstStyle>
            <a:lvl1pPr>
              <a:buNone/>
              <a:defRPr sz="1200">
                <a:solidFill>
                  <a:schemeClr val="tx2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/>
              <a:t>DD/MM/YYYY</a:t>
            </a:r>
            <a:endParaRPr lang="en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40" y="1702702"/>
            <a:ext cx="6202538" cy="2439336"/>
          </a:xfrm>
        </p:spPr>
        <p:txBody>
          <a:bodyPr anchor="b"/>
          <a:lstStyle>
            <a:lvl1pPr algn="l">
              <a:defRPr sz="4000" b="0" i="0">
                <a:solidFill>
                  <a:schemeClr val="tx2"/>
                </a:solidFill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4575030"/>
            <a:ext cx="4961511" cy="539813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2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grpSp>
        <p:nvGrpSpPr>
          <p:cNvPr id="45" name="Graphic 8">
            <a:extLst>
              <a:ext uri="{FF2B5EF4-FFF2-40B4-BE49-F238E27FC236}">
                <a16:creationId xmlns:a16="http://schemas.microsoft.com/office/drawing/2014/main" id="{CE786B81-6C76-B4D3-221C-AC54D07A50DB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5901909" y="-1717"/>
            <a:ext cx="3228992" cy="6858000"/>
            <a:chOff x="5864035" y="-1716"/>
            <a:chExt cx="3056779" cy="6494921"/>
          </a:xfrm>
        </p:grpSpPr>
        <p:sp>
          <p:nvSpPr>
            <p:cNvPr id="46" name="Freeform 45">
              <a:extLst>
                <a:ext uri="{FF2B5EF4-FFF2-40B4-BE49-F238E27FC236}">
                  <a16:creationId xmlns:a16="http://schemas.microsoft.com/office/drawing/2014/main" id="{FC48193E-2E37-E436-9933-A91DE41EE3ED}"/>
                </a:ext>
              </a:extLst>
            </p:cNvPr>
            <p:cNvSpPr/>
            <p:nvPr/>
          </p:nvSpPr>
          <p:spPr>
            <a:xfrm>
              <a:off x="7655258" y="2163257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bg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7" name="Freeform 46">
              <a:extLst>
                <a:ext uri="{FF2B5EF4-FFF2-40B4-BE49-F238E27FC236}">
                  <a16:creationId xmlns:a16="http://schemas.microsoft.com/office/drawing/2014/main" id="{FBC05042-3856-F08C-2011-B6D5EDD2CE5A}"/>
                </a:ext>
              </a:extLst>
            </p:cNvPr>
            <p:cNvSpPr/>
            <p:nvPr/>
          </p:nvSpPr>
          <p:spPr>
            <a:xfrm>
              <a:off x="7655258" y="3245690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1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8" name="Freeform 47">
              <a:extLst>
                <a:ext uri="{FF2B5EF4-FFF2-40B4-BE49-F238E27FC236}">
                  <a16:creationId xmlns:a16="http://schemas.microsoft.com/office/drawing/2014/main" id="{5AC80F62-95F7-F930-C708-888FF24A4391}"/>
                </a:ext>
              </a:extLst>
            </p:cNvPr>
            <p:cNvSpPr/>
            <p:nvPr/>
          </p:nvSpPr>
          <p:spPr>
            <a:xfrm>
              <a:off x="5864035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49" name="Freeform 48">
              <a:extLst>
                <a:ext uri="{FF2B5EF4-FFF2-40B4-BE49-F238E27FC236}">
                  <a16:creationId xmlns:a16="http://schemas.microsoft.com/office/drawing/2014/main" id="{843A9E1C-9F93-A90E-09F5-1047EF3A30AD}"/>
                </a:ext>
              </a:extLst>
            </p:cNvPr>
            <p:cNvSpPr/>
            <p:nvPr/>
          </p:nvSpPr>
          <p:spPr>
            <a:xfrm>
              <a:off x="5864036" y="5410664"/>
              <a:ext cx="1265556" cy="1082541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bg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AF6D2478-4EA6-7AAA-CDC9-CAECA399AD43}"/>
                </a:ext>
              </a:extLst>
            </p:cNvPr>
            <p:cNvSpPr/>
            <p:nvPr/>
          </p:nvSpPr>
          <p:spPr>
            <a:xfrm>
              <a:off x="6761878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bg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1" name="Freeform 50">
              <a:extLst>
                <a:ext uri="{FF2B5EF4-FFF2-40B4-BE49-F238E27FC236}">
                  <a16:creationId xmlns:a16="http://schemas.microsoft.com/office/drawing/2014/main" id="{9BADBD57-A0C9-9F5D-7F30-17E10B181DF4}"/>
                </a:ext>
              </a:extLst>
            </p:cNvPr>
            <p:cNvSpPr/>
            <p:nvPr/>
          </p:nvSpPr>
          <p:spPr>
            <a:xfrm>
              <a:off x="6761878" y="5410664"/>
              <a:ext cx="1265556" cy="1079438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2" name="Freeform 51">
              <a:extLst>
                <a:ext uri="{FF2B5EF4-FFF2-40B4-BE49-F238E27FC236}">
                  <a16:creationId xmlns:a16="http://schemas.microsoft.com/office/drawing/2014/main" id="{7BF68170-C0AA-ABEA-D28C-5C45D5E7BD5C}"/>
                </a:ext>
              </a:extLst>
            </p:cNvPr>
            <p:cNvSpPr/>
            <p:nvPr/>
          </p:nvSpPr>
          <p:spPr>
            <a:xfrm>
              <a:off x="6750536" y="-1716"/>
              <a:ext cx="1265556" cy="1082433"/>
            </a:xfrm>
            <a:custGeom>
              <a:avLst/>
              <a:gdLst>
                <a:gd name="connsiteX0" fmla="*/ 900314 w 1265556"/>
                <a:gd name="connsiteY0" fmla="*/ 0 h 1082433"/>
                <a:gd name="connsiteX1" fmla="*/ 0 w 1265556"/>
                <a:gd name="connsiteY1" fmla="*/ 0 h 1082433"/>
                <a:gd name="connsiteX2" fmla="*/ 365241 w 1265556"/>
                <a:gd name="connsiteY2" fmla="*/ 1082326 h 1082433"/>
                <a:gd name="connsiteX3" fmla="*/ 1265556 w 1265556"/>
                <a:gd name="connsiteY3" fmla="*/ 1082434 h 1082433"/>
                <a:gd name="connsiteX4" fmla="*/ 900314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4" y="0"/>
                  </a:moveTo>
                  <a:lnTo>
                    <a:pt x="0" y="0"/>
                  </a:lnTo>
                  <a:lnTo>
                    <a:pt x="365241" y="1082326"/>
                  </a:lnTo>
                  <a:lnTo>
                    <a:pt x="1265556" y="1082434"/>
                  </a:lnTo>
                  <a:lnTo>
                    <a:pt x="900314" y="0"/>
                  </a:lnTo>
                  <a:close/>
                </a:path>
              </a:pathLst>
            </a:custGeom>
            <a:solidFill>
              <a:schemeClr val="accent3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53" name="Freeform 52">
              <a:extLst>
                <a:ext uri="{FF2B5EF4-FFF2-40B4-BE49-F238E27FC236}">
                  <a16:creationId xmlns:a16="http://schemas.microsoft.com/office/drawing/2014/main" id="{7A714150-67D1-63F4-EB01-C7CED3F292AA}"/>
                </a:ext>
              </a:extLst>
            </p:cNvPr>
            <p:cNvSpPr/>
            <p:nvPr/>
          </p:nvSpPr>
          <p:spPr>
            <a:xfrm>
              <a:off x="6754943" y="1080716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81321121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Section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Freeform 10">
            <a:extLst>
              <a:ext uri="{FF2B5EF4-FFF2-40B4-BE49-F238E27FC236}">
                <a16:creationId xmlns:a16="http://schemas.microsoft.com/office/drawing/2014/main" id="{BCD115D8-E7FA-2BE8-C71B-565BB0135649}"/>
              </a:ext>
            </a:extLst>
          </p:cNvPr>
          <p:cNvSpPr/>
          <p:nvPr/>
        </p:nvSpPr>
        <p:spPr>
          <a:xfrm>
            <a:off x="0" y="1716"/>
            <a:ext cx="10664825" cy="6492240"/>
          </a:xfrm>
          <a:custGeom>
            <a:avLst/>
            <a:gdLst>
              <a:gd name="connsiteX0" fmla="*/ 11357658 w 12265711"/>
              <a:gd name="connsiteY0" fmla="*/ 6494923 h 6494922"/>
              <a:gd name="connsiteX1" fmla="*/ 0 w 12265711"/>
              <a:gd name="connsiteY1" fmla="*/ 6494923 h 6494922"/>
              <a:gd name="connsiteX2" fmla="*/ 0 w 12265711"/>
              <a:gd name="connsiteY2" fmla="*/ 0 h 6494922"/>
              <a:gd name="connsiteX3" fmla="*/ 11357658 w 12265711"/>
              <a:gd name="connsiteY3" fmla="*/ 0 h 6494922"/>
              <a:gd name="connsiteX4" fmla="*/ 11632933 w 12265711"/>
              <a:gd name="connsiteY4" fmla="*/ 2161540 h 6494922"/>
              <a:gd name="connsiteX5" fmla="*/ 12265712 w 12265711"/>
              <a:gd name="connsiteY5" fmla="*/ 3235604 h 6494922"/>
              <a:gd name="connsiteX6" fmla="*/ 11635190 w 12265711"/>
              <a:gd name="connsiteY6" fmla="*/ 4329949 h 6494922"/>
              <a:gd name="connsiteX7" fmla="*/ 11357658 w 12265711"/>
              <a:gd name="connsiteY7" fmla="*/ 6494923 h 6494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65711" h="6494922">
                <a:moveTo>
                  <a:pt x="11357658" y="6494923"/>
                </a:moveTo>
                <a:lnTo>
                  <a:pt x="0" y="6494923"/>
                </a:lnTo>
                <a:lnTo>
                  <a:pt x="0" y="0"/>
                </a:lnTo>
                <a:lnTo>
                  <a:pt x="11357658" y="0"/>
                </a:lnTo>
                <a:lnTo>
                  <a:pt x="11632933" y="2161540"/>
                </a:lnTo>
                <a:lnTo>
                  <a:pt x="12265712" y="3235604"/>
                </a:lnTo>
                <a:lnTo>
                  <a:pt x="11635190" y="4329949"/>
                </a:lnTo>
                <a:lnTo>
                  <a:pt x="11357658" y="6494923"/>
                </a:lnTo>
                <a:close/>
              </a:path>
            </a:pathLst>
          </a:custGeom>
          <a:solidFill>
            <a:schemeClr val="bg2"/>
          </a:solidFill>
          <a:ln w="107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grpSp>
        <p:nvGrpSpPr>
          <p:cNvPr id="12" name="Graphic 8">
            <a:extLst>
              <a:ext uri="{FF2B5EF4-FFF2-40B4-BE49-F238E27FC236}">
                <a16:creationId xmlns:a16="http://schemas.microsoft.com/office/drawing/2014/main" id="{7F37F8E7-F026-A9C6-0DAE-9BAD301DDB03}"/>
              </a:ext>
            </a:extLst>
          </p:cNvPr>
          <p:cNvGrpSpPr/>
          <p:nvPr/>
        </p:nvGrpSpPr>
        <p:grpSpPr>
          <a:xfrm>
            <a:off x="9208035" y="-1717"/>
            <a:ext cx="2170278" cy="6492240"/>
            <a:chOff x="6750536" y="-1716"/>
            <a:chExt cx="2170278" cy="6494923"/>
          </a:xfrm>
        </p:grpSpPr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A2AB82B3-E64A-CF49-530D-FC6B11548316}"/>
                </a:ext>
              </a:extLst>
            </p:cNvPr>
            <p:cNvSpPr/>
            <p:nvPr/>
          </p:nvSpPr>
          <p:spPr>
            <a:xfrm>
              <a:off x="7655258" y="2163257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3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87FB0B7-EB0F-23C9-6202-6D205C72D902}"/>
                </a:ext>
              </a:extLst>
            </p:cNvPr>
            <p:cNvSpPr/>
            <p:nvPr/>
          </p:nvSpPr>
          <p:spPr>
            <a:xfrm>
              <a:off x="7655258" y="3245690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1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49E3FBE9-CBDF-84EE-A322-29269A7A72BB}"/>
                </a:ext>
              </a:extLst>
            </p:cNvPr>
            <p:cNvSpPr/>
            <p:nvPr/>
          </p:nvSpPr>
          <p:spPr>
            <a:xfrm>
              <a:off x="6757415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1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1BEFC7F9-8FCA-8130-7D75-F914F0E39C43}"/>
                </a:ext>
              </a:extLst>
            </p:cNvPr>
            <p:cNvSpPr/>
            <p:nvPr/>
          </p:nvSpPr>
          <p:spPr>
            <a:xfrm>
              <a:off x="6757415" y="5410664"/>
              <a:ext cx="1265556" cy="1082541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1F60F9A0-5540-F1B1-307B-2980CED6F181}"/>
                </a:ext>
              </a:extLst>
            </p:cNvPr>
            <p:cNvSpPr/>
            <p:nvPr/>
          </p:nvSpPr>
          <p:spPr>
            <a:xfrm>
              <a:off x="7655258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3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E380781-DA68-A191-299A-B3D161A9573E}"/>
                </a:ext>
              </a:extLst>
            </p:cNvPr>
            <p:cNvSpPr/>
            <p:nvPr/>
          </p:nvSpPr>
          <p:spPr>
            <a:xfrm>
              <a:off x="7655258" y="5410664"/>
              <a:ext cx="1265556" cy="1082541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C0C229FE-6FDC-B169-9412-BCB7DD350F6E}"/>
                </a:ext>
              </a:extLst>
            </p:cNvPr>
            <p:cNvSpPr/>
            <p:nvPr/>
          </p:nvSpPr>
          <p:spPr>
            <a:xfrm>
              <a:off x="6750536" y="-1716"/>
              <a:ext cx="1265556" cy="1082433"/>
            </a:xfrm>
            <a:custGeom>
              <a:avLst/>
              <a:gdLst>
                <a:gd name="connsiteX0" fmla="*/ 900314 w 1265556"/>
                <a:gd name="connsiteY0" fmla="*/ 0 h 1082433"/>
                <a:gd name="connsiteX1" fmla="*/ 0 w 1265556"/>
                <a:gd name="connsiteY1" fmla="*/ 0 h 1082433"/>
                <a:gd name="connsiteX2" fmla="*/ 365241 w 1265556"/>
                <a:gd name="connsiteY2" fmla="*/ 1082326 h 1082433"/>
                <a:gd name="connsiteX3" fmla="*/ 1265556 w 1265556"/>
                <a:gd name="connsiteY3" fmla="*/ 1082434 h 1082433"/>
                <a:gd name="connsiteX4" fmla="*/ 900314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4" y="0"/>
                  </a:moveTo>
                  <a:lnTo>
                    <a:pt x="0" y="0"/>
                  </a:lnTo>
                  <a:lnTo>
                    <a:pt x="365241" y="1082326"/>
                  </a:lnTo>
                  <a:lnTo>
                    <a:pt x="1265556" y="1082434"/>
                  </a:lnTo>
                  <a:lnTo>
                    <a:pt x="900314" y="0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B53521B-727C-DC3E-5F3A-48F275A0256B}"/>
                </a:ext>
              </a:extLst>
            </p:cNvPr>
            <p:cNvSpPr/>
            <p:nvPr/>
          </p:nvSpPr>
          <p:spPr>
            <a:xfrm>
              <a:off x="6754943" y="1080716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7" name="Graphic 6">
            <a:extLst>
              <a:ext uri="{FF2B5EF4-FFF2-40B4-BE49-F238E27FC236}">
                <a16:creationId xmlns:a16="http://schemas.microsoft.com/office/drawing/2014/main" id="{E4D373FC-7A37-D1C0-7AAE-61EFD98F676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39" y="1996922"/>
            <a:ext cx="7412019" cy="1883180"/>
          </a:xfrm>
        </p:spPr>
        <p:txBody>
          <a:bodyPr anchor="t"/>
          <a:lstStyle>
            <a:lvl1pPr algn="l">
              <a:defRPr sz="4000" b="0" i="0">
                <a:solidFill>
                  <a:schemeClr val="tx1"/>
                </a:solidFill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3912425"/>
            <a:ext cx="4961511" cy="539813"/>
          </a:xfrm>
        </p:spPr>
        <p:txBody>
          <a:bodyPr anchor="t"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BF3F75F-9B2D-1791-6B5A-8BD5748C81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18599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Section Yellow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Freeform 17">
            <a:extLst>
              <a:ext uri="{FF2B5EF4-FFF2-40B4-BE49-F238E27FC236}">
                <a16:creationId xmlns:a16="http://schemas.microsoft.com/office/drawing/2014/main" id="{14204DCE-B8CD-9784-7FED-22A6B61E2776}"/>
              </a:ext>
            </a:extLst>
          </p:cNvPr>
          <p:cNvSpPr/>
          <p:nvPr userDrawn="1"/>
        </p:nvSpPr>
        <p:spPr>
          <a:xfrm>
            <a:off x="0" y="1716"/>
            <a:ext cx="10664825" cy="6492240"/>
          </a:xfrm>
          <a:custGeom>
            <a:avLst/>
            <a:gdLst>
              <a:gd name="connsiteX0" fmla="*/ 11357658 w 12265711"/>
              <a:gd name="connsiteY0" fmla="*/ 6494923 h 6494922"/>
              <a:gd name="connsiteX1" fmla="*/ 0 w 12265711"/>
              <a:gd name="connsiteY1" fmla="*/ 6494923 h 6494922"/>
              <a:gd name="connsiteX2" fmla="*/ 0 w 12265711"/>
              <a:gd name="connsiteY2" fmla="*/ 0 h 6494922"/>
              <a:gd name="connsiteX3" fmla="*/ 11357658 w 12265711"/>
              <a:gd name="connsiteY3" fmla="*/ 0 h 6494922"/>
              <a:gd name="connsiteX4" fmla="*/ 11632933 w 12265711"/>
              <a:gd name="connsiteY4" fmla="*/ 2161540 h 6494922"/>
              <a:gd name="connsiteX5" fmla="*/ 12265712 w 12265711"/>
              <a:gd name="connsiteY5" fmla="*/ 3235604 h 6494922"/>
              <a:gd name="connsiteX6" fmla="*/ 11635190 w 12265711"/>
              <a:gd name="connsiteY6" fmla="*/ 4329949 h 6494922"/>
              <a:gd name="connsiteX7" fmla="*/ 11357658 w 12265711"/>
              <a:gd name="connsiteY7" fmla="*/ 6494923 h 6494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65711" h="6494922">
                <a:moveTo>
                  <a:pt x="11357658" y="6494923"/>
                </a:moveTo>
                <a:lnTo>
                  <a:pt x="0" y="6494923"/>
                </a:lnTo>
                <a:lnTo>
                  <a:pt x="0" y="0"/>
                </a:lnTo>
                <a:lnTo>
                  <a:pt x="11357658" y="0"/>
                </a:lnTo>
                <a:lnTo>
                  <a:pt x="11632933" y="2161540"/>
                </a:lnTo>
                <a:lnTo>
                  <a:pt x="12265712" y="3235604"/>
                </a:lnTo>
                <a:lnTo>
                  <a:pt x="11635190" y="4329949"/>
                </a:lnTo>
                <a:lnTo>
                  <a:pt x="11357658" y="6494923"/>
                </a:lnTo>
                <a:close/>
              </a:path>
            </a:pathLst>
          </a:custGeom>
          <a:solidFill>
            <a:schemeClr val="bg2"/>
          </a:solidFill>
          <a:ln w="107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grpSp>
        <p:nvGrpSpPr>
          <p:cNvPr id="19" name="Graphic 8">
            <a:extLst>
              <a:ext uri="{FF2B5EF4-FFF2-40B4-BE49-F238E27FC236}">
                <a16:creationId xmlns:a16="http://schemas.microsoft.com/office/drawing/2014/main" id="{AE024AB9-8649-75B8-9C51-D3406E8C62AB}"/>
              </a:ext>
            </a:extLst>
          </p:cNvPr>
          <p:cNvGrpSpPr/>
          <p:nvPr userDrawn="1"/>
        </p:nvGrpSpPr>
        <p:grpSpPr>
          <a:xfrm>
            <a:off x="9208035" y="-1717"/>
            <a:ext cx="2170278" cy="6492240"/>
            <a:chOff x="6750536" y="-1716"/>
            <a:chExt cx="2170278" cy="6494923"/>
          </a:xfrm>
        </p:grpSpPr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2FFAE52D-C531-0453-F24A-C6B5FB064850}"/>
                </a:ext>
              </a:extLst>
            </p:cNvPr>
            <p:cNvSpPr/>
            <p:nvPr/>
          </p:nvSpPr>
          <p:spPr>
            <a:xfrm>
              <a:off x="7655258" y="2163257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rgbClr val="F0FFAA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BE5D2AFD-AAAD-2218-4234-64310F6E57A6}"/>
                </a:ext>
              </a:extLst>
            </p:cNvPr>
            <p:cNvSpPr/>
            <p:nvPr/>
          </p:nvSpPr>
          <p:spPr>
            <a:xfrm>
              <a:off x="7655258" y="3245690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1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8132CDE3-A13D-9F04-18A5-515EBD460273}"/>
                </a:ext>
              </a:extLst>
            </p:cNvPr>
            <p:cNvSpPr/>
            <p:nvPr/>
          </p:nvSpPr>
          <p:spPr>
            <a:xfrm>
              <a:off x="6757415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1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9653CD36-BD64-B1CE-5F49-3A4B94775D7A}"/>
                </a:ext>
              </a:extLst>
            </p:cNvPr>
            <p:cNvSpPr/>
            <p:nvPr/>
          </p:nvSpPr>
          <p:spPr>
            <a:xfrm>
              <a:off x="6757415" y="5410664"/>
              <a:ext cx="1265556" cy="1082541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24" name="Freeform 23">
              <a:extLst>
                <a:ext uri="{FF2B5EF4-FFF2-40B4-BE49-F238E27FC236}">
                  <a16:creationId xmlns:a16="http://schemas.microsoft.com/office/drawing/2014/main" id="{02B484DD-2686-3A53-7E8C-14BC0F1052C4}"/>
                </a:ext>
              </a:extLst>
            </p:cNvPr>
            <p:cNvSpPr/>
            <p:nvPr/>
          </p:nvSpPr>
          <p:spPr>
            <a:xfrm>
              <a:off x="7655258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rgbClr val="F0FFAA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5" name="Freeform 24">
              <a:extLst>
                <a:ext uri="{FF2B5EF4-FFF2-40B4-BE49-F238E27FC236}">
                  <a16:creationId xmlns:a16="http://schemas.microsoft.com/office/drawing/2014/main" id="{83148245-6C2D-4088-E1D4-41EA6EB276AF}"/>
                </a:ext>
              </a:extLst>
            </p:cNvPr>
            <p:cNvSpPr/>
            <p:nvPr/>
          </p:nvSpPr>
          <p:spPr>
            <a:xfrm>
              <a:off x="7655258" y="5410664"/>
              <a:ext cx="1265556" cy="1082541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7" name="Freeform 26">
              <a:extLst>
                <a:ext uri="{FF2B5EF4-FFF2-40B4-BE49-F238E27FC236}">
                  <a16:creationId xmlns:a16="http://schemas.microsoft.com/office/drawing/2014/main" id="{E22A18CB-9016-B746-D816-E7AF7887D5DF}"/>
                </a:ext>
              </a:extLst>
            </p:cNvPr>
            <p:cNvSpPr/>
            <p:nvPr/>
          </p:nvSpPr>
          <p:spPr>
            <a:xfrm>
              <a:off x="6750536" y="-1716"/>
              <a:ext cx="1265556" cy="1082433"/>
            </a:xfrm>
            <a:custGeom>
              <a:avLst/>
              <a:gdLst>
                <a:gd name="connsiteX0" fmla="*/ 900314 w 1265556"/>
                <a:gd name="connsiteY0" fmla="*/ 0 h 1082433"/>
                <a:gd name="connsiteX1" fmla="*/ 0 w 1265556"/>
                <a:gd name="connsiteY1" fmla="*/ 0 h 1082433"/>
                <a:gd name="connsiteX2" fmla="*/ 365241 w 1265556"/>
                <a:gd name="connsiteY2" fmla="*/ 1082326 h 1082433"/>
                <a:gd name="connsiteX3" fmla="*/ 1265556 w 1265556"/>
                <a:gd name="connsiteY3" fmla="*/ 1082434 h 1082433"/>
                <a:gd name="connsiteX4" fmla="*/ 900314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4" y="0"/>
                  </a:moveTo>
                  <a:lnTo>
                    <a:pt x="0" y="0"/>
                  </a:lnTo>
                  <a:lnTo>
                    <a:pt x="365241" y="1082326"/>
                  </a:lnTo>
                  <a:lnTo>
                    <a:pt x="1265556" y="1082434"/>
                  </a:lnTo>
                  <a:lnTo>
                    <a:pt x="900314" y="0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8" name="Freeform 27">
              <a:extLst>
                <a:ext uri="{FF2B5EF4-FFF2-40B4-BE49-F238E27FC236}">
                  <a16:creationId xmlns:a16="http://schemas.microsoft.com/office/drawing/2014/main" id="{64878A82-8026-4CD4-A804-262A452E2BC7}"/>
                </a:ext>
              </a:extLst>
            </p:cNvPr>
            <p:cNvSpPr/>
            <p:nvPr/>
          </p:nvSpPr>
          <p:spPr>
            <a:xfrm>
              <a:off x="6754943" y="1080716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AE6D199E-C7BB-93E1-09A1-FDF7E7C0114E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39" y="1996922"/>
            <a:ext cx="7412019" cy="188318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VN" sz="4000"/>
            </a:lvl1pPr>
          </a:lstStyle>
          <a:p>
            <a:pPr lvl="0"/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3912425"/>
            <a:ext cx="4961511" cy="539813"/>
          </a:xfrm>
        </p:spPr>
        <p:txBody>
          <a:bodyPr anchor="t"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50A8D0B1-EE81-19ED-106B-45E03816F6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8845183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Section Re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284A3A2A-863B-63FB-19E5-E837A04BF500}"/>
              </a:ext>
            </a:extLst>
          </p:cNvPr>
          <p:cNvSpPr/>
          <p:nvPr userDrawn="1"/>
        </p:nvSpPr>
        <p:spPr>
          <a:xfrm>
            <a:off x="0" y="1716"/>
            <a:ext cx="10664825" cy="6492240"/>
          </a:xfrm>
          <a:custGeom>
            <a:avLst/>
            <a:gdLst>
              <a:gd name="connsiteX0" fmla="*/ 11357658 w 12265711"/>
              <a:gd name="connsiteY0" fmla="*/ 6494923 h 6494922"/>
              <a:gd name="connsiteX1" fmla="*/ 0 w 12265711"/>
              <a:gd name="connsiteY1" fmla="*/ 6494923 h 6494922"/>
              <a:gd name="connsiteX2" fmla="*/ 0 w 12265711"/>
              <a:gd name="connsiteY2" fmla="*/ 0 h 6494922"/>
              <a:gd name="connsiteX3" fmla="*/ 11357658 w 12265711"/>
              <a:gd name="connsiteY3" fmla="*/ 0 h 6494922"/>
              <a:gd name="connsiteX4" fmla="*/ 11632933 w 12265711"/>
              <a:gd name="connsiteY4" fmla="*/ 2161540 h 6494922"/>
              <a:gd name="connsiteX5" fmla="*/ 12265712 w 12265711"/>
              <a:gd name="connsiteY5" fmla="*/ 3235604 h 6494922"/>
              <a:gd name="connsiteX6" fmla="*/ 11635190 w 12265711"/>
              <a:gd name="connsiteY6" fmla="*/ 4329949 h 6494922"/>
              <a:gd name="connsiteX7" fmla="*/ 11357658 w 12265711"/>
              <a:gd name="connsiteY7" fmla="*/ 6494923 h 6494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65711" h="6494922">
                <a:moveTo>
                  <a:pt x="11357658" y="6494923"/>
                </a:moveTo>
                <a:lnTo>
                  <a:pt x="0" y="6494923"/>
                </a:lnTo>
                <a:lnTo>
                  <a:pt x="0" y="0"/>
                </a:lnTo>
                <a:lnTo>
                  <a:pt x="11357658" y="0"/>
                </a:lnTo>
                <a:lnTo>
                  <a:pt x="11632933" y="2161540"/>
                </a:lnTo>
                <a:lnTo>
                  <a:pt x="12265712" y="3235604"/>
                </a:lnTo>
                <a:lnTo>
                  <a:pt x="11635190" y="4329949"/>
                </a:lnTo>
                <a:lnTo>
                  <a:pt x="11357658" y="6494923"/>
                </a:lnTo>
                <a:close/>
              </a:path>
            </a:pathLst>
          </a:custGeom>
          <a:solidFill>
            <a:schemeClr val="bg2"/>
          </a:solidFill>
          <a:ln w="107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grpSp>
        <p:nvGrpSpPr>
          <p:cNvPr id="8" name="Graphic 8">
            <a:extLst>
              <a:ext uri="{FF2B5EF4-FFF2-40B4-BE49-F238E27FC236}">
                <a16:creationId xmlns:a16="http://schemas.microsoft.com/office/drawing/2014/main" id="{94AAE4BC-7783-B129-A3A8-FB6CD823A174}"/>
              </a:ext>
            </a:extLst>
          </p:cNvPr>
          <p:cNvGrpSpPr/>
          <p:nvPr userDrawn="1"/>
        </p:nvGrpSpPr>
        <p:grpSpPr>
          <a:xfrm>
            <a:off x="9208035" y="-1717"/>
            <a:ext cx="2170278" cy="6492240"/>
            <a:chOff x="6750536" y="-1716"/>
            <a:chExt cx="2170278" cy="6494923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C5FF6CB-815B-371F-39D0-EDCEDCEA2FCD}"/>
                </a:ext>
              </a:extLst>
            </p:cNvPr>
            <p:cNvSpPr/>
            <p:nvPr/>
          </p:nvSpPr>
          <p:spPr>
            <a:xfrm>
              <a:off x="7655258" y="2163257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6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BC034128-ECC7-3A86-E5BA-4C9CFA59314D}"/>
                </a:ext>
              </a:extLst>
            </p:cNvPr>
            <p:cNvSpPr/>
            <p:nvPr/>
          </p:nvSpPr>
          <p:spPr>
            <a:xfrm>
              <a:off x="7655258" y="3245690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1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29627307-B34E-6142-994B-8C16EEF16CDF}"/>
                </a:ext>
              </a:extLst>
            </p:cNvPr>
            <p:cNvSpPr/>
            <p:nvPr/>
          </p:nvSpPr>
          <p:spPr>
            <a:xfrm>
              <a:off x="6757415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1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AA5933A8-870E-5043-8766-EB0E185C936E}"/>
                </a:ext>
              </a:extLst>
            </p:cNvPr>
            <p:cNvSpPr/>
            <p:nvPr/>
          </p:nvSpPr>
          <p:spPr>
            <a:xfrm>
              <a:off x="6757415" y="5410664"/>
              <a:ext cx="1265556" cy="1082541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F1CD43A-E34D-01E1-207B-227C506B42BB}"/>
                </a:ext>
              </a:extLst>
            </p:cNvPr>
            <p:cNvSpPr/>
            <p:nvPr/>
          </p:nvSpPr>
          <p:spPr>
            <a:xfrm>
              <a:off x="7655258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6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10117D2F-D07C-5AFB-AFDD-734E54C1C62A}"/>
                </a:ext>
              </a:extLst>
            </p:cNvPr>
            <p:cNvSpPr/>
            <p:nvPr/>
          </p:nvSpPr>
          <p:spPr>
            <a:xfrm>
              <a:off x="7655258" y="5410664"/>
              <a:ext cx="1265556" cy="1082541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82DB7F9D-70A2-EB0C-CBC5-644C37EE1C76}"/>
                </a:ext>
              </a:extLst>
            </p:cNvPr>
            <p:cNvSpPr/>
            <p:nvPr/>
          </p:nvSpPr>
          <p:spPr>
            <a:xfrm>
              <a:off x="6750536" y="-1716"/>
              <a:ext cx="1265556" cy="1082433"/>
            </a:xfrm>
            <a:custGeom>
              <a:avLst/>
              <a:gdLst>
                <a:gd name="connsiteX0" fmla="*/ 900314 w 1265556"/>
                <a:gd name="connsiteY0" fmla="*/ 0 h 1082433"/>
                <a:gd name="connsiteX1" fmla="*/ 0 w 1265556"/>
                <a:gd name="connsiteY1" fmla="*/ 0 h 1082433"/>
                <a:gd name="connsiteX2" fmla="*/ 365241 w 1265556"/>
                <a:gd name="connsiteY2" fmla="*/ 1082326 h 1082433"/>
                <a:gd name="connsiteX3" fmla="*/ 1265556 w 1265556"/>
                <a:gd name="connsiteY3" fmla="*/ 1082434 h 1082433"/>
                <a:gd name="connsiteX4" fmla="*/ 900314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4" y="0"/>
                  </a:moveTo>
                  <a:lnTo>
                    <a:pt x="0" y="0"/>
                  </a:lnTo>
                  <a:lnTo>
                    <a:pt x="365241" y="1082326"/>
                  </a:lnTo>
                  <a:lnTo>
                    <a:pt x="1265556" y="1082434"/>
                  </a:lnTo>
                  <a:lnTo>
                    <a:pt x="900314" y="0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BC8801F7-C606-0399-B837-B7E5962976A1}"/>
                </a:ext>
              </a:extLst>
            </p:cNvPr>
            <p:cNvSpPr/>
            <p:nvPr/>
          </p:nvSpPr>
          <p:spPr>
            <a:xfrm>
              <a:off x="6754943" y="1080716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F376A0AD-0B11-4683-3D05-A41E4DE6940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39" y="1996922"/>
            <a:ext cx="7412019" cy="188318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VN" sz="4000"/>
            </a:lvl1pPr>
          </a:lstStyle>
          <a:p>
            <a:pPr lvl="0"/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3912425"/>
            <a:ext cx="4961511" cy="539813"/>
          </a:xfrm>
        </p:spPr>
        <p:txBody>
          <a:bodyPr anchor="t"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C3369ACA-E52B-BD58-41EB-23C838FE1B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71907540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2_Section Gree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Freeform 6">
            <a:extLst>
              <a:ext uri="{FF2B5EF4-FFF2-40B4-BE49-F238E27FC236}">
                <a16:creationId xmlns:a16="http://schemas.microsoft.com/office/drawing/2014/main" id="{79E488C3-2435-81B7-0345-A11E66AFDBC4}"/>
              </a:ext>
            </a:extLst>
          </p:cNvPr>
          <p:cNvSpPr/>
          <p:nvPr userDrawn="1"/>
        </p:nvSpPr>
        <p:spPr>
          <a:xfrm>
            <a:off x="0" y="1716"/>
            <a:ext cx="10664825" cy="6492240"/>
          </a:xfrm>
          <a:custGeom>
            <a:avLst/>
            <a:gdLst>
              <a:gd name="connsiteX0" fmla="*/ 11357658 w 12265711"/>
              <a:gd name="connsiteY0" fmla="*/ 6494923 h 6494922"/>
              <a:gd name="connsiteX1" fmla="*/ 0 w 12265711"/>
              <a:gd name="connsiteY1" fmla="*/ 6494923 h 6494922"/>
              <a:gd name="connsiteX2" fmla="*/ 0 w 12265711"/>
              <a:gd name="connsiteY2" fmla="*/ 0 h 6494922"/>
              <a:gd name="connsiteX3" fmla="*/ 11357658 w 12265711"/>
              <a:gd name="connsiteY3" fmla="*/ 0 h 6494922"/>
              <a:gd name="connsiteX4" fmla="*/ 11632933 w 12265711"/>
              <a:gd name="connsiteY4" fmla="*/ 2161540 h 6494922"/>
              <a:gd name="connsiteX5" fmla="*/ 12265712 w 12265711"/>
              <a:gd name="connsiteY5" fmla="*/ 3235604 h 6494922"/>
              <a:gd name="connsiteX6" fmla="*/ 11635190 w 12265711"/>
              <a:gd name="connsiteY6" fmla="*/ 4329949 h 6494922"/>
              <a:gd name="connsiteX7" fmla="*/ 11357658 w 12265711"/>
              <a:gd name="connsiteY7" fmla="*/ 6494923 h 64949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12265711" h="6494922">
                <a:moveTo>
                  <a:pt x="11357658" y="6494923"/>
                </a:moveTo>
                <a:lnTo>
                  <a:pt x="0" y="6494923"/>
                </a:lnTo>
                <a:lnTo>
                  <a:pt x="0" y="0"/>
                </a:lnTo>
                <a:lnTo>
                  <a:pt x="11357658" y="0"/>
                </a:lnTo>
                <a:lnTo>
                  <a:pt x="11632933" y="2161540"/>
                </a:lnTo>
                <a:lnTo>
                  <a:pt x="12265712" y="3235604"/>
                </a:lnTo>
                <a:lnTo>
                  <a:pt x="11635190" y="4329949"/>
                </a:lnTo>
                <a:lnTo>
                  <a:pt x="11357658" y="6494923"/>
                </a:lnTo>
                <a:close/>
              </a:path>
            </a:pathLst>
          </a:custGeom>
          <a:solidFill>
            <a:schemeClr val="bg2"/>
          </a:solidFill>
          <a:ln w="10747" cap="flat">
            <a:noFill/>
            <a:prstDash val="solid"/>
            <a:miter/>
          </a:ln>
        </p:spPr>
        <p:txBody>
          <a:bodyPr rtlCol="0" anchor="ctr"/>
          <a:lstStyle/>
          <a:p>
            <a:endParaRPr lang="en-US" dirty="0"/>
          </a:p>
        </p:txBody>
      </p:sp>
      <p:grpSp>
        <p:nvGrpSpPr>
          <p:cNvPr id="8" name="Graphic 8">
            <a:extLst>
              <a:ext uri="{FF2B5EF4-FFF2-40B4-BE49-F238E27FC236}">
                <a16:creationId xmlns:a16="http://schemas.microsoft.com/office/drawing/2014/main" id="{C6CCF231-E68B-EE47-C461-0E2E38CC9C74}"/>
              </a:ext>
            </a:extLst>
          </p:cNvPr>
          <p:cNvGrpSpPr/>
          <p:nvPr userDrawn="1"/>
        </p:nvGrpSpPr>
        <p:grpSpPr>
          <a:xfrm>
            <a:off x="9208035" y="-1717"/>
            <a:ext cx="2170278" cy="6492240"/>
            <a:chOff x="6750536" y="-1716"/>
            <a:chExt cx="2170278" cy="6494923"/>
          </a:xfrm>
        </p:grpSpPr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B732AAFC-F2AB-8E4C-C7D4-094E373EBF81}"/>
                </a:ext>
              </a:extLst>
            </p:cNvPr>
            <p:cNvSpPr/>
            <p:nvPr/>
          </p:nvSpPr>
          <p:spPr>
            <a:xfrm>
              <a:off x="7655258" y="2163257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4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CDB8933E-446A-62BF-32E8-9E87E46D2F63}"/>
                </a:ext>
              </a:extLst>
            </p:cNvPr>
            <p:cNvSpPr/>
            <p:nvPr/>
          </p:nvSpPr>
          <p:spPr>
            <a:xfrm>
              <a:off x="7655258" y="3245690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1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0AAC7FE9-4D38-4EF3-FD85-BA3464803D31}"/>
                </a:ext>
              </a:extLst>
            </p:cNvPr>
            <p:cNvSpPr/>
            <p:nvPr/>
          </p:nvSpPr>
          <p:spPr>
            <a:xfrm>
              <a:off x="6757415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1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6DC3A33A-9A57-9CE0-05BB-A601048B6024}"/>
                </a:ext>
              </a:extLst>
            </p:cNvPr>
            <p:cNvSpPr/>
            <p:nvPr/>
          </p:nvSpPr>
          <p:spPr>
            <a:xfrm>
              <a:off x="6757415" y="5410664"/>
              <a:ext cx="1265556" cy="1082541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E622B19F-F448-4020-50A9-D7812E958BDE}"/>
                </a:ext>
              </a:extLst>
            </p:cNvPr>
            <p:cNvSpPr/>
            <p:nvPr/>
          </p:nvSpPr>
          <p:spPr>
            <a:xfrm>
              <a:off x="7655258" y="4328231"/>
              <a:ext cx="1265556" cy="1082433"/>
            </a:xfrm>
            <a:custGeom>
              <a:avLst/>
              <a:gdLst>
                <a:gd name="connsiteX0" fmla="*/ 900315 w 1265556"/>
                <a:gd name="connsiteY0" fmla="*/ 0 h 1082433"/>
                <a:gd name="connsiteX1" fmla="*/ 0 w 1265556"/>
                <a:gd name="connsiteY1" fmla="*/ 0 h 1082433"/>
                <a:gd name="connsiteX2" fmla="*/ 365242 w 1265556"/>
                <a:gd name="connsiteY2" fmla="*/ 1082326 h 1082433"/>
                <a:gd name="connsiteX3" fmla="*/ 1265557 w 1265556"/>
                <a:gd name="connsiteY3" fmla="*/ 1082433 h 1082433"/>
                <a:gd name="connsiteX4" fmla="*/ 900315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5" y="0"/>
                  </a:moveTo>
                  <a:lnTo>
                    <a:pt x="0" y="0"/>
                  </a:lnTo>
                  <a:lnTo>
                    <a:pt x="365242" y="1082326"/>
                  </a:lnTo>
                  <a:lnTo>
                    <a:pt x="1265557" y="1082433"/>
                  </a:lnTo>
                  <a:lnTo>
                    <a:pt x="900315" y="0"/>
                  </a:lnTo>
                  <a:close/>
                </a:path>
              </a:pathLst>
            </a:custGeom>
            <a:solidFill>
              <a:schemeClr val="accent4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A4A38D3C-611A-7123-258B-5E4C0BD7C16F}"/>
                </a:ext>
              </a:extLst>
            </p:cNvPr>
            <p:cNvSpPr/>
            <p:nvPr/>
          </p:nvSpPr>
          <p:spPr>
            <a:xfrm>
              <a:off x="7655258" y="5410664"/>
              <a:ext cx="1265556" cy="1082541"/>
            </a:xfrm>
            <a:custGeom>
              <a:avLst/>
              <a:gdLst>
                <a:gd name="connsiteX0" fmla="*/ 900315 w 1265556"/>
                <a:gd name="connsiteY0" fmla="*/ 1082541 h 1082541"/>
                <a:gd name="connsiteX1" fmla="*/ 0 w 1265556"/>
                <a:gd name="connsiteY1" fmla="*/ 1082541 h 1082541"/>
                <a:gd name="connsiteX2" fmla="*/ 365242 w 1265556"/>
                <a:gd name="connsiteY2" fmla="*/ 107 h 1082541"/>
                <a:gd name="connsiteX3" fmla="*/ 1265557 w 1265556"/>
                <a:gd name="connsiteY3" fmla="*/ 0 h 1082541"/>
                <a:gd name="connsiteX4" fmla="*/ 900315 w 1265556"/>
                <a:gd name="connsiteY4" fmla="*/ 1082541 h 108254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1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6578EBB2-9DD0-31BD-48AF-9A45577B5AAC}"/>
                </a:ext>
              </a:extLst>
            </p:cNvPr>
            <p:cNvSpPr/>
            <p:nvPr/>
          </p:nvSpPr>
          <p:spPr>
            <a:xfrm>
              <a:off x="6750536" y="-1716"/>
              <a:ext cx="1265556" cy="1082433"/>
            </a:xfrm>
            <a:custGeom>
              <a:avLst/>
              <a:gdLst>
                <a:gd name="connsiteX0" fmla="*/ 900314 w 1265556"/>
                <a:gd name="connsiteY0" fmla="*/ 0 h 1082433"/>
                <a:gd name="connsiteX1" fmla="*/ 0 w 1265556"/>
                <a:gd name="connsiteY1" fmla="*/ 0 h 1082433"/>
                <a:gd name="connsiteX2" fmla="*/ 365241 w 1265556"/>
                <a:gd name="connsiteY2" fmla="*/ 1082326 h 1082433"/>
                <a:gd name="connsiteX3" fmla="*/ 1265556 w 1265556"/>
                <a:gd name="connsiteY3" fmla="*/ 1082434 h 1082433"/>
                <a:gd name="connsiteX4" fmla="*/ 900314 w 1265556"/>
                <a:gd name="connsiteY4" fmla="*/ 0 h 108243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433">
                  <a:moveTo>
                    <a:pt x="900314" y="0"/>
                  </a:moveTo>
                  <a:lnTo>
                    <a:pt x="0" y="0"/>
                  </a:lnTo>
                  <a:lnTo>
                    <a:pt x="365241" y="1082326"/>
                  </a:lnTo>
                  <a:lnTo>
                    <a:pt x="1265556" y="1082434"/>
                  </a:lnTo>
                  <a:lnTo>
                    <a:pt x="900314" y="0"/>
                  </a:lnTo>
                  <a:close/>
                </a:path>
              </a:pathLst>
            </a:custGeom>
            <a:solidFill>
              <a:schemeClr val="tx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F251B8E7-713B-50F4-969E-43E94F92789F}"/>
                </a:ext>
              </a:extLst>
            </p:cNvPr>
            <p:cNvSpPr/>
            <p:nvPr/>
          </p:nvSpPr>
          <p:spPr>
            <a:xfrm>
              <a:off x="6754943" y="1080716"/>
              <a:ext cx="1265556" cy="1082540"/>
            </a:xfrm>
            <a:custGeom>
              <a:avLst/>
              <a:gdLst>
                <a:gd name="connsiteX0" fmla="*/ 900315 w 1265556"/>
                <a:gd name="connsiteY0" fmla="*/ 1082541 h 1082540"/>
                <a:gd name="connsiteX1" fmla="*/ 0 w 1265556"/>
                <a:gd name="connsiteY1" fmla="*/ 1082541 h 1082540"/>
                <a:gd name="connsiteX2" fmla="*/ 365242 w 1265556"/>
                <a:gd name="connsiteY2" fmla="*/ 107 h 1082540"/>
                <a:gd name="connsiteX3" fmla="*/ 1265557 w 1265556"/>
                <a:gd name="connsiteY3" fmla="*/ 0 h 1082540"/>
                <a:gd name="connsiteX4" fmla="*/ 900315 w 1265556"/>
                <a:gd name="connsiteY4" fmla="*/ 1082541 h 108254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265556" h="1082540">
                  <a:moveTo>
                    <a:pt x="900315" y="1082541"/>
                  </a:moveTo>
                  <a:lnTo>
                    <a:pt x="0" y="1082541"/>
                  </a:lnTo>
                  <a:lnTo>
                    <a:pt x="365242" y="107"/>
                  </a:lnTo>
                  <a:lnTo>
                    <a:pt x="1265557" y="0"/>
                  </a:lnTo>
                  <a:lnTo>
                    <a:pt x="900315" y="1082541"/>
                  </a:lnTo>
                  <a:close/>
                </a:path>
              </a:pathLst>
            </a:custGeom>
            <a:solidFill>
              <a:schemeClr val="accent2"/>
            </a:solidFill>
            <a:ln w="10747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7DBF8881-CDD0-2ACE-17C1-6D5137C412C1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548639" y="1996922"/>
            <a:ext cx="7412019" cy="1883180"/>
          </a:xfrm>
        </p:spPr>
        <p:txBody>
          <a:bodyPr vert="horz" lIns="91440" tIns="45720" rIns="91440" bIns="45720" rtlCol="0" anchor="t">
            <a:noAutofit/>
          </a:bodyPr>
          <a:lstStyle>
            <a:lvl1pPr>
              <a:defRPr lang="en-VN" sz="4000"/>
            </a:lvl1pPr>
          </a:lstStyle>
          <a:p>
            <a:pPr lvl="0"/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48640" y="3912425"/>
            <a:ext cx="4961511" cy="539813"/>
          </a:xfrm>
        </p:spPr>
        <p:txBody>
          <a:bodyPr anchor="t"/>
          <a:lstStyle>
            <a:lvl1pPr marL="0" indent="0" algn="l">
              <a:buNone/>
              <a:defRPr sz="2000" b="0" i="0">
                <a:solidFill>
                  <a:schemeClr val="tx1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V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7DC26838-1D33-F7A2-E3F0-48273730A4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18007424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Text Full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>
            <a:extLst>
              <a:ext uri="{FF2B5EF4-FFF2-40B4-BE49-F238E27FC236}">
                <a16:creationId xmlns:a16="http://schemas.microsoft.com/office/drawing/2014/main" id="{1CF8D55C-8D55-EDE5-1064-18141EAFE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1" y="210816"/>
            <a:ext cx="11093940" cy="674370"/>
          </a:xfrm>
        </p:spPr>
        <p:txBody>
          <a:bodyPr anchor="ctr"/>
          <a:lstStyle>
            <a:lvl1pPr>
              <a:defRPr sz="3200" b="0" i="0">
                <a:solidFill>
                  <a:schemeClr val="tx1"/>
                </a:solidFill>
                <a:latin typeface="DM Sans 14pt" pitchFamily="2" charset="77"/>
              </a:defRPr>
            </a:lvl1pPr>
          </a:lstStyle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D3213C2-2C10-BED0-B0DA-3E258B4F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>
              <a:latin typeface="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DAEBD8-AE85-3B38-F27A-61FE39B1FD51}"/>
              </a:ext>
            </a:extLst>
          </p:cNvPr>
          <p:cNvCxnSpPr>
            <a:cxnSpLocks/>
          </p:cNvCxnSpPr>
          <p:nvPr userDrawn="1"/>
        </p:nvCxnSpPr>
        <p:spPr>
          <a:xfrm>
            <a:off x="548641" y="1146629"/>
            <a:ext cx="1109394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0131258F-DF27-1FCE-0FF7-047DE6F3307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1463040"/>
            <a:ext cx="11114523" cy="44957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pic>
        <p:nvPicPr>
          <p:cNvPr id="13" name="Graphic 12">
            <a:extLst>
              <a:ext uri="{FF2B5EF4-FFF2-40B4-BE49-F238E27FC236}">
                <a16:creationId xmlns:a16="http://schemas.microsoft.com/office/drawing/2014/main" id="{96C2F74E-BA6F-828E-8595-5F211108B60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1853675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  <p15:guide id="3" orient="horz" pos="912" userDrawn="1">
          <p15:clr>
            <a:srgbClr val="FBAE40"/>
          </p15:clr>
        </p15:guide>
        <p15:guide id="4" pos="336" userDrawn="1">
          <p15:clr>
            <a:srgbClr val="FBAE40"/>
          </p15:clr>
        </p15:guide>
        <p15:guide id="5" pos="7344" userDrawn="1">
          <p15:clr>
            <a:srgbClr val="FBAE40"/>
          </p15:clr>
        </p15:guide>
        <p15:guide id="6" orient="horz" pos="3744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Chart Full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ontent Placeholder 12">
            <a:extLst>
              <a:ext uri="{FF2B5EF4-FFF2-40B4-BE49-F238E27FC236}">
                <a16:creationId xmlns:a16="http://schemas.microsoft.com/office/drawing/2014/main" id="{A4675B5C-80B2-1926-4658-5257FDD3B0FB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548640" y="1462089"/>
            <a:ext cx="11093941" cy="4491499"/>
          </a:xfrm>
          <a:solidFill>
            <a:schemeClr val="bg1"/>
          </a:solidFill>
        </p:spPr>
        <p:txBody>
          <a:bodyPr/>
          <a:lstStyle>
            <a:lvl1pPr marL="0" indent="0">
              <a:buNone/>
              <a:defRPr/>
            </a:lvl1pPr>
          </a:lstStyle>
          <a:p>
            <a:pPr lvl="0"/>
            <a:r>
              <a:rPr lang="en-US" dirty="0"/>
              <a:t>[Insert content]</a:t>
            </a:r>
          </a:p>
        </p:txBody>
      </p:sp>
      <p:sp>
        <p:nvSpPr>
          <p:cNvPr id="2" name="Content Placeholder 12">
            <a:extLst>
              <a:ext uri="{FF2B5EF4-FFF2-40B4-BE49-F238E27FC236}">
                <a16:creationId xmlns:a16="http://schemas.microsoft.com/office/drawing/2014/main" id="{A1B7B7D6-E08F-F3D4-D37C-B6CE0D3DEDC4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48641" y="1462089"/>
            <a:ext cx="11093940" cy="4491499"/>
          </a:xfr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sz="2000" b="0" i="0" dirty="0">
                <a:solidFill>
                  <a:schemeClr val="bg1">
                    <a:lumMod val="75000"/>
                  </a:schemeClr>
                </a:solidFill>
                <a:latin typeface="Instrument Sans" pitchFamily="2" charset="0"/>
                <a:cs typeface="Arial" panose="020B0604020202020204" pitchFamily="34" charset="0"/>
              </a:defRPr>
            </a:lvl1pPr>
          </a:lstStyle>
          <a:p>
            <a:pPr marL="0" lvl="0" indent="0">
              <a:buNone/>
            </a:pPr>
            <a:r>
              <a:rPr lang="en-US" dirty="0"/>
              <a:t>[Insert content]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CF8D55C-8D55-EDE5-1064-18141EAFE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1" y="210816"/>
            <a:ext cx="10108811" cy="67437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VN" sz="3200"/>
            </a:lvl1pPr>
          </a:lstStyle>
          <a:p>
            <a:pPr lvl="0"/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D3213C2-2C10-BED0-B0DA-3E258B4F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 vert="horz" lIns="91440" tIns="45720" rIns="91440" bIns="45720" rtlCol="0" anchor="ctr"/>
          <a:lstStyle>
            <a:lvl1pPr>
              <a:defRPr lang="en-VN" sz="1000" smtClean="0">
                <a:solidFill>
                  <a:schemeClr val="tx1"/>
                </a:solidFill>
              </a:defRPr>
            </a:lvl1pPr>
          </a:lstStyle>
          <a:p>
            <a:fld id="{13BBD56E-6897-5D4D-99CB-582A4191EEA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DAEBD8-AE85-3B38-F27A-61FE39B1FD51}"/>
              </a:ext>
            </a:extLst>
          </p:cNvPr>
          <p:cNvCxnSpPr>
            <a:cxnSpLocks/>
          </p:cNvCxnSpPr>
          <p:nvPr userDrawn="1"/>
        </p:nvCxnSpPr>
        <p:spPr>
          <a:xfrm>
            <a:off x="548641" y="1146629"/>
            <a:ext cx="1109394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phic 5">
            <a:extLst>
              <a:ext uri="{FF2B5EF4-FFF2-40B4-BE49-F238E27FC236}">
                <a16:creationId xmlns:a16="http://schemas.microsoft.com/office/drawing/2014/main" id="{ABB2CBB8-12E4-9ABA-2835-28FB7F20741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979447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Text-Chart-1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9">
            <a:extLst>
              <a:ext uri="{FF2B5EF4-FFF2-40B4-BE49-F238E27FC236}">
                <a16:creationId xmlns:a16="http://schemas.microsoft.com/office/drawing/2014/main" id="{5143294F-3573-8E49-C771-F794BC248C31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0" y="1463040"/>
            <a:ext cx="2829732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C282105F-36F6-73F5-2BF1-2416A64C30AC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735093" y="1462089"/>
            <a:ext cx="7907488" cy="4491499"/>
          </a:xfr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b="0" i="0" dirty="0">
                <a:solidFill>
                  <a:schemeClr val="bg1">
                    <a:lumMod val="75000"/>
                  </a:schemeClr>
                </a:solidFill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[Insert content]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CF8D55C-8D55-EDE5-1064-18141EAFE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1" y="210816"/>
            <a:ext cx="10108811" cy="67437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VN" sz="3200"/>
            </a:lvl1pPr>
          </a:lstStyle>
          <a:p>
            <a:pPr lvl="0"/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D3213C2-2C10-BED0-B0DA-3E258B4F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 vert="horz" lIns="91440" tIns="45720" rIns="91440" bIns="45720" rtlCol="0" anchor="ctr"/>
          <a:lstStyle>
            <a:lvl1pPr>
              <a:defRPr lang="en-VN" sz="1000" smtClean="0">
                <a:solidFill>
                  <a:schemeClr val="tx1"/>
                </a:solidFill>
              </a:defRPr>
            </a:lvl1pPr>
          </a:lstStyle>
          <a:p>
            <a:fld id="{13BBD56E-6897-5D4D-99CB-582A4191EEA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DAEBD8-AE85-3B38-F27A-61FE39B1FD51}"/>
              </a:ext>
            </a:extLst>
          </p:cNvPr>
          <p:cNvCxnSpPr>
            <a:cxnSpLocks/>
          </p:cNvCxnSpPr>
          <p:nvPr userDrawn="1"/>
        </p:nvCxnSpPr>
        <p:spPr>
          <a:xfrm>
            <a:off x="548641" y="1146629"/>
            <a:ext cx="1109394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5" name="Graphic 14">
            <a:extLst>
              <a:ext uri="{FF2B5EF4-FFF2-40B4-BE49-F238E27FC236}">
                <a16:creationId xmlns:a16="http://schemas.microsoft.com/office/drawing/2014/main" id="{42EF090F-87C6-6283-E410-571EF5EA39E5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78213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Text-Chart-2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7EA18DCE-1FEE-55C2-323D-68DE1BF8596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548641" y="1463040"/>
            <a:ext cx="4891578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Content Placeholder 12">
            <a:extLst>
              <a:ext uri="{FF2B5EF4-FFF2-40B4-BE49-F238E27FC236}">
                <a16:creationId xmlns:a16="http://schemas.microsoft.com/office/drawing/2014/main" id="{B03B4215-26DE-8375-D5A3-6B476548AF3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606473" y="1462089"/>
            <a:ext cx="6036107" cy="4491499"/>
          </a:xfr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b="0" i="0" dirty="0">
                <a:solidFill>
                  <a:schemeClr val="bg1">
                    <a:lumMod val="75000"/>
                  </a:schemeClr>
                </a:solidFill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[Insert content]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CF8D55C-8D55-EDE5-1064-18141EAFE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1" y="210816"/>
            <a:ext cx="11093940" cy="67437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VN" sz="3200"/>
            </a:lvl1pPr>
          </a:lstStyle>
          <a:p>
            <a:pPr lvl="0"/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D3213C2-2C10-BED0-B0DA-3E258B4F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 vert="horz" lIns="91440" tIns="45720" rIns="91440" bIns="45720" rtlCol="0" anchor="ctr"/>
          <a:lstStyle>
            <a:lvl1pPr>
              <a:defRPr lang="en-US" sz="1000" smtClean="0">
                <a:solidFill>
                  <a:schemeClr val="tx1"/>
                </a:solidFill>
              </a:defRPr>
            </a:lvl1pPr>
          </a:lstStyle>
          <a:p>
            <a:fld id="{13BBD56E-6897-5D4D-99CB-582A4191EEAB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DAEBD8-AE85-3B38-F27A-61FE39B1FD51}"/>
              </a:ext>
            </a:extLst>
          </p:cNvPr>
          <p:cNvCxnSpPr>
            <a:cxnSpLocks/>
          </p:cNvCxnSpPr>
          <p:nvPr userDrawn="1"/>
        </p:nvCxnSpPr>
        <p:spPr>
          <a:xfrm>
            <a:off x="548641" y="1146629"/>
            <a:ext cx="1109394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" name="Graphic 7">
            <a:extLst>
              <a:ext uri="{FF2B5EF4-FFF2-40B4-BE49-F238E27FC236}">
                <a16:creationId xmlns:a16="http://schemas.microsoft.com/office/drawing/2014/main" id="{E9DFD0C0-2A75-6F80-58ED-D7A80497ABA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4546150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Text 2-Col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9">
            <a:extLst>
              <a:ext uri="{FF2B5EF4-FFF2-40B4-BE49-F238E27FC236}">
                <a16:creationId xmlns:a16="http://schemas.microsoft.com/office/drawing/2014/main" id="{09E595FD-F7CB-9977-459E-A911DFC1C4EF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6099048" y="1463040"/>
            <a:ext cx="524522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2" name="Text Placeholder 9">
            <a:extLst>
              <a:ext uri="{FF2B5EF4-FFF2-40B4-BE49-F238E27FC236}">
                <a16:creationId xmlns:a16="http://schemas.microsoft.com/office/drawing/2014/main" id="{21E4688E-D328-3258-ACD6-27C9068A288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548640" y="1463040"/>
            <a:ext cx="5245220" cy="44958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CF8D55C-8D55-EDE5-1064-18141EAFE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1" y="210816"/>
            <a:ext cx="10108811" cy="67437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VN" sz="3200"/>
            </a:lvl1pPr>
          </a:lstStyle>
          <a:p>
            <a:pPr lvl="0"/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D3213C2-2C10-BED0-B0DA-3E258B4F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>
              <a:latin typeface="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DAEBD8-AE85-3B38-F27A-61FE39B1FD51}"/>
              </a:ext>
            </a:extLst>
          </p:cNvPr>
          <p:cNvCxnSpPr>
            <a:cxnSpLocks/>
          </p:cNvCxnSpPr>
          <p:nvPr userDrawn="1"/>
        </p:nvCxnSpPr>
        <p:spPr>
          <a:xfrm>
            <a:off x="548641" y="1146629"/>
            <a:ext cx="1109394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Graphic 5">
            <a:extLst>
              <a:ext uri="{FF2B5EF4-FFF2-40B4-BE49-F238E27FC236}">
                <a16:creationId xmlns:a16="http://schemas.microsoft.com/office/drawing/2014/main" id="{D09508DC-C097-0D2C-2E32-1E5E157FBD1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619980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3_Chart 2-Col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Text Placeholder 2">
            <a:extLst>
              <a:ext uri="{FF2B5EF4-FFF2-40B4-BE49-F238E27FC236}">
                <a16:creationId xmlns:a16="http://schemas.microsoft.com/office/drawing/2014/main" id="{752783AD-EAC6-51F2-14CD-0861DA81394E}"/>
              </a:ext>
            </a:extLst>
          </p:cNvPr>
          <p:cNvSpPr>
            <a:spLocks noGrp="1"/>
          </p:cNvSpPr>
          <p:nvPr>
            <p:ph type="body" idx="13"/>
          </p:nvPr>
        </p:nvSpPr>
        <p:spPr>
          <a:xfrm>
            <a:off x="6099048" y="1463040"/>
            <a:ext cx="5229980" cy="535147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2" name="Title 1">
            <a:extLst>
              <a:ext uri="{FF2B5EF4-FFF2-40B4-BE49-F238E27FC236}">
                <a16:creationId xmlns:a16="http://schemas.microsoft.com/office/drawing/2014/main" id="{1CF8D55C-8D55-EDE5-1064-18141EAFE3D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8641" y="210816"/>
            <a:ext cx="10108811" cy="674370"/>
          </a:xfrm>
        </p:spPr>
        <p:txBody>
          <a:bodyPr vert="horz" lIns="91440" tIns="45720" rIns="91440" bIns="45720" rtlCol="0" anchor="ctr">
            <a:noAutofit/>
          </a:bodyPr>
          <a:lstStyle>
            <a:lvl1pPr>
              <a:defRPr lang="en-VN" sz="3200"/>
            </a:lvl1pPr>
          </a:lstStyle>
          <a:p>
            <a:pPr lvl="0"/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22" name="Slide Number Placeholder 5">
            <a:extLst>
              <a:ext uri="{FF2B5EF4-FFF2-40B4-BE49-F238E27FC236}">
                <a16:creationId xmlns:a16="http://schemas.microsoft.com/office/drawing/2014/main" id="{AD3213C2-2C10-BED0-B0DA-3E258B4F5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tx1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>
              <a:latin typeface=""/>
            </a:endParaRPr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6CDAEBD8-AE85-3B38-F27A-61FE39B1FD51}"/>
              </a:ext>
            </a:extLst>
          </p:cNvPr>
          <p:cNvCxnSpPr>
            <a:cxnSpLocks/>
          </p:cNvCxnSpPr>
          <p:nvPr userDrawn="1"/>
        </p:nvCxnSpPr>
        <p:spPr>
          <a:xfrm>
            <a:off x="548641" y="1146629"/>
            <a:ext cx="11093940" cy="0"/>
          </a:xfrm>
          <a:prstGeom prst="line">
            <a:avLst/>
          </a:prstGeom>
          <a:ln w="127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Content Placeholder 12">
            <a:extLst>
              <a:ext uri="{FF2B5EF4-FFF2-40B4-BE49-F238E27FC236}">
                <a16:creationId xmlns:a16="http://schemas.microsoft.com/office/drawing/2014/main" id="{CE2D4BED-BC75-4A94-0F56-89D29E5B1281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548641" y="1981202"/>
            <a:ext cx="5229979" cy="3972386"/>
          </a:xfr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b="0" i="0" dirty="0">
                <a:solidFill>
                  <a:schemeClr val="bg1">
                    <a:lumMod val="75000"/>
                  </a:schemeClr>
                </a:solidFill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[Insert content]</a:t>
            </a:r>
          </a:p>
        </p:txBody>
      </p:sp>
      <p:sp>
        <p:nvSpPr>
          <p:cNvPr id="7" name="Content Placeholder 12">
            <a:extLst>
              <a:ext uri="{FF2B5EF4-FFF2-40B4-BE49-F238E27FC236}">
                <a16:creationId xmlns:a16="http://schemas.microsoft.com/office/drawing/2014/main" id="{47BE3DBC-90BD-299A-0E51-0EE51E85529D}"/>
              </a:ext>
            </a:extLst>
          </p:cNvPr>
          <p:cNvSpPr>
            <a:spLocks noGrp="1"/>
          </p:cNvSpPr>
          <p:nvPr>
            <p:ph sz="quarter" idx="15" hasCustomPrompt="1"/>
          </p:nvPr>
        </p:nvSpPr>
        <p:spPr>
          <a:xfrm>
            <a:off x="6096001" y="1981202"/>
            <a:ext cx="5229979" cy="3972386"/>
          </a:xfrm>
          <a:solidFill>
            <a:schemeClr val="bg1"/>
          </a:solidFill>
        </p:spPr>
        <p:txBody>
          <a:bodyPr vert="horz" lIns="91440" tIns="45720" rIns="91440" bIns="45720" rtlCol="0">
            <a:normAutofit/>
          </a:bodyPr>
          <a:lstStyle>
            <a:lvl1pPr>
              <a:defRPr lang="en-US" b="0" i="0" dirty="0">
                <a:solidFill>
                  <a:schemeClr val="bg1">
                    <a:lumMod val="75000"/>
                  </a:schemeClr>
                </a:solidFill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[Insert content]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DF6948D-B5F2-380E-B31E-C10018036E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48641" y="1462728"/>
            <a:ext cx="5229979" cy="518464"/>
          </a:xfrm>
        </p:spPr>
        <p:txBody>
          <a:bodyPr vert="horz" lIns="91440" tIns="45720" rIns="91440" bIns="45720" rtlCol="0">
            <a:noAutofit/>
          </a:bodyPr>
          <a:lstStyle>
            <a:lvl1pPr>
              <a:defRPr lang="en-US" dirty="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47E5F4A9-4A2B-8406-9662-7A9649B0353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24793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Quote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640" y="1702702"/>
            <a:ext cx="6202538" cy="2439336"/>
          </a:xfrm>
        </p:spPr>
        <p:txBody>
          <a:bodyPr anchor="ctr"/>
          <a:lstStyle>
            <a:lvl1pPr algn="l">
              <a:defRPr sz="4000" b="0" i="0">
                <a:solidFill>
                  <a:schemeClr val="accent3"/>
                </a:solidFill>
                <a:latin typeface="DM Sans 14pt" pitchFamily="2" charset="77"/>
              </a:defRPr>
            </a:lvl1pPr>
          </a:lstStyle>
          <a:p>
            <a:r>
              <a:rPr lang="en-US" dirty="0"/>
              <a:t>Quote, impactful statement, or big idea goes here over a few lines most likely.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640" y="4575030"/>
            <a:ext cx="4961511" cy="539813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2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Attribution or reference</a:t>
            </a:r>
            <a:endParaRPr lang="en-VN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00A4D5E2-DA9B-D99D-09FA-036C59BCD0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  <p:grpSp>
        <p:nvGrpSpPr>
          <p:cNvPr id="24" name="Group 23">
            <a:extLst>
              <a:ext uri="{FF2B5EF4-FFF2-40B4-BE49-F238E27FC236}">
                <a16:creationId xmlns:a16="http://schemas.microsoft.com/office/drawing/2014/main" id="{3BD65F18-F584-68BA-4E1E-3A8CBB02E720}"/>
              </a:ext>
            </a:extLst>
          </p:cNvPr>
          <p:cNvGrpSpPr/>
          <p:nvPr userDrawn="1"/>
        </p:nvGrpSpPr>
        <p:grpSpPr>
          <a:xfrm>
            <a:off x="7881100" y="0"/>
            <a:ext cx="3921441" cy="2953946"/>
            <a:chOff x="7881100" y="0"/>
            <a:chExt cx="3921441" cy="2953946"/>
          </a:xfrm>
        </p:grpSpPr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D37FECE3-72F3-2365-220F-EB6E91D6BF11}"/>
                </a:ext>
              </a:extLst>
            </p:cNvPr>
            <p:cNvSpPr/>
            <p:nvPr/>
          </p:nvSpPr>
          <p:spPr>
            <a:xfrm>
              <a:off x="9716697" y="0"/>
              <a:ext cx="861072" cy="738523"/>
            </a:xfrm>
            <a:custGeom>
              <a:avLst/>
              <a:gdLst>
                <a:gd name="connsiteX0" fmla="*/ 612567 w 861072"/>
                <a:gd name="connsiteY0" fmla="*/ 0 h 738523"/>
                <a:gd name="connsiteX1" fmla="*/ 0 w 861072"/>
                <a:gd name="connsiteY1" fmla="*/ 0 h 738523"/>
                <a:gd name="connsiteX2" fmla="*/ 248506 w 861072"/>
                <a:gd name="connsiteY2" fmla="*/ 738378 h 738523"/>
                <a:gd name="connsiteX3" fmla="*/ 861073 w 861072"/>
                <a:gd name="connsiteY3" fmla="*/ 738523 h 738523"/>
                <a:gd name="connsiteX4" fmla="*/ 612567 w 861072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2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9FCBEA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0E1D5AF-E0A3-08A5-8400-2555988B8CC8}"/>
                </a:ext>
              </a:extLst>
            </p:cNvPr>
            <p:cNvSpPr/>
            <p:nvPr/>
          </p:nvSpPr>
          <p:spPr>
            <a:xfrm>
              <a:off x="9716697" y="738523"/>
              <a:ext cx="861072" cy="738450"/>
            </a:xfrm>
            <a:custGeom>
              <a:avLst/>
              <a:gdLst>
                <a:gd name="connsiteX0" fmla="*/ 612567 w 861072"/>
                <a:gd name="connsiteY0" fmla="*/ 738451 h 738450"/>
                <a:gd name="connsiteX1" fmla="*/ 0 w 861072"/>
                <a:gd name="connsiteY1" fmla="*/ 738451 h 738450"/>
                <a:gd name="connsiteX2" fmla="*/ 248506 w 861072"/>
                <a:gd name="connsiteY2" fmla="*/ 73 h 738450"/>
                <a:gd name="connsiteX3" fmla="*/ 861073 w 861072"/>
                <a:gd name="connsiteY3" fmla="*/ 0 h 738450"/>
                <a:gd name="connsiteX4" fmla="*/ 612567 w 861072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2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143C6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65378300-D3EE-94FF-A3F7-8E4D866E26E6}"/>
                </a:ext>
              </a:extLst>
            </p:cNvPr>
            <p:cNvSpPr/>
            <p:nvPr/>
          </p:nvSpPr>
          <p:spPr>
            <a:xfrm>
              <a:off x="7881100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tx2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65589AD8-F03F-E65B-8E7D-97FB34286ECE}"/>
                </a:ext>
              </a:extLst>
            </p:cNvPr>
            <p:cNvSpPr/>
            <p:nvPr/>
          </p:nvSpPr>
          <p:spPr>
            <a:xfrm>
              <a:off x="7881100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ADDD43FB-DBC9-8FF4-7C36-F09283EB3A82}"/>
                </a:ext>
              </a:extLst>
            </p:cNvPr>
            <p:cNvSpPr/>
            <p:nvPr/>
          </p:nvSpPr>
          <p:spPr>
            <a:xfrm>
              <a:off x="9104711" y="0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378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tx2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1B4499C1-DC7C-189B-152E-C7C83FE26FAF}"/>
                </a:ext>
              </a:extLst>
            </p:cNvPr>
            <p:cNvSpPr/>
            <p:nvPr/>
          </p:nvSpPr>
          <p:spPr>
            <a:xfrm>
              <a:off x="9104711" y="738523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FB958493-EF68-EE01-DDB4-471667586BFB}"/>
                </a:ext>
              </a:extLst>
            </p:cNvPr>
            <p:cNvSpPr/>
            <p:nvPr/>
          </p:nvSpPr>
          <p:spPr>
            <a:xfrm>
              <a:off x="8493521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04652966-DCC6-21FA-810A-D2E962A910A3}"/>
                </a:ext>
              </a:extLst>
            </p:cNvPr>
            <p:cNvSpPr/>
            <p:nvPr/>
          </p:nvSpPr>
          <p:spPr>
            <a:xfrm>
              <a:off x="8493521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9FCBEA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941B8866-1DC6-1864-17E5-23C821959D0C}"/>
                </a:ext>
              </a:extLst>
            </p:cNvPr>
            <p:cNvSpPr/>
            <p:nvPr userDrawn="1"/>
          </p:nvSpPr>
          <p:spPr>
            <a:xfrm>
              <a:off x="10328974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accent3"/>
            </a:solidFill>
            <a:ln w="7236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57D89B1-2C6D-3F09-ED57-D746D42A9FF0}"/>
                </a:ext>
              </a:extLst>
            </p:cNvPr>
            <p:cNvSpPr/>
            <p:nvPr/>
          </p:nvSpPr>
          <p:spPr>
            <a:xfrm>
              <a:off x="10328974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143C6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DDE1E373-CB76-CA3B-A1B3-0E400C04B0C0}"/>
                </a:ext>
              </a:extLst>
            </p:cNvPr>
            <p:cNvSpPr/>
            <p:nvPr/>
          </p:nvSpPr>
          <p:spPr>
            <a:xfrm>
              <a:off x="9717422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tx2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D0962809-087E-86A8-5108-CCEC3039A7A6}"/>
                </a:ext>
              </a:extLst>
            </p:cNvPr>
            <p:cNvSpPr/>
            <p:nvPr/>
          </p:nvSpPr>
          <p:spPr>
            <a:xfrm>
              <a:off x="9717422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7E47CD5A-8873-9B2D-9064-BC5A08A67927}"/>
                </a:ext>
              </a:extLst>
            </p:cNvPr>
            <p:cNvSpPr/>
            <p:nvPr/>
          </p:nvSpPr>
          <p:spPr>
            <a:xfrm>
              <a:off x="10941468" y="0"/>
              <a:ext cx="861073" cy="738523"/>
            </a:xfrm>
            <a:custGeom>
              <a:avLst/>
              <a:gdLst>
                <a:gd name="connsiteX0" fmla="*/ 612494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378 h 738523"/>
                <a:gd name="connsiteX3" fmla="*/ 861073 w 861073"/>
                <a:gd name="connsiteY3" fmla="*/ 738523 h 738523"/>
                <a:gd name="connsiteX4" fmla="*/ 612494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494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494" y="0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3" name="Freeform 22">
              <a:extLst>
                <a:ext uri="{FF2B5EF4-FFF2-40B4-BE49-F238E27FC236}">
                  <a16:creationId xmlns:a16="http://schemas.microsoft.com/office/drawing/2014/main" id="{4E135538-56FE-90ED-2CAD-E6B2A840390C}"/>
                </a:ext>
              </a:extLst>
            </p:cNvPr>
            <p:cNvSpPr/>
            <p:nvPr/>
          </p:nvSpPr>
          <p:spPr>
            <a:xfrm>
              <a:off x="10941468" y="738523"/>
              <a:ext cx="861073" cy="738450"/>
            </a:xfrm>
            <a:custGeom>
              <a:avLst/>
              <a:gdLst>
                <a:gd name="connsiteX0" fmla="*/ 612494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494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494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494" y="738451"/>
                  </a:lnTo>
                  <a:close/>
                </a:path>
              </a:pathLst>
            </a:custGeom>
            <a:solidFill>
              <a:srgbClr val="9FCBEA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58600658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Quote Yellow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640" y="1702702"/>
            <a:ext cx="6202538" cy="2439336"/>
          </a:xfrm>
        </p:spPr>
        <p:txBody>
          <a:bodyPr anchor="ctr"/>
          <a:lstStyle>
            <a:lvl1pPr algn="l">
              <a:defRPr sz="4000" b="0" i="0">
                <a:solidFill>
                  <a:srgbClr val="EBFF9E"/>
                </a:solidFill>
                <a:latin typeface="DM Sans 14pt" pitchFamily="2" charset="77"/>
              </a:defRPr>
            </a:lvl1pPr>
          </a:lstStyle>
          <a:p>
            <a:r>
              <a:rPr lang="en-US" dirty="0"/>
              <a:t>Quote, impactful statement, or big idea goes here over a few lines most likely.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640" y="4575030"/>
            <a:ext cx="4961511" cy="539813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2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Attribution or reference</a:t>
            </a:r>
            <a:endParaRPr lang="en-V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43E63BFC-C860-CDE1-8988-356D2045CC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23170076-EAFF-6233-71A9-A7E64F242010}"/>
              </a:ext>
            </a:extLst>
          </p:cNvPr>
          <p:cNvGrpSpPr/>
          <p:nvPr userDrawn="1"/>
        </p:nvGrpSpPr>
        <p:grpSpPr>
          <a:xfrm>
            <a:off x="7881100" y="0"/>
            <a:ext cx="3921441" cy="2953946"/>
            <a:chOff x="7881100" y="0"/>
            <a:chExt cx="3921441" cy="2953946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43A6FEE1-3ABD-92F6-5511-0903C50B1469}"/>
                </a:ext>
              </a:extLst>
            </p:cNvPr>
            <p:cNvSpPr/>
            <p:nvPr/>
          </p:nvSpPr>
          <p:spPr>
            <a:xfrm>
              <a:off x="9716697" y="0"/>
              <a:ext cx="861072" cy="738523"/>
            </a:xfrm>
            <a:custGeom>
              <a:avLst/>
              <a:gdLst>
                <a:gd name="connsiteX0" fmla="*/ 612567 w 861072"/>
                <a:gd name="connsiteY0" fmla="*/ 0 h 738523"/>
                <a:gd name="connsiteX1" fmla="*/ 0 w 861072"/>
                <a:gd name="connsiteY1" fmla="*/ 0 h 738523"/>
                <a:gd name="connsiteX2" fmla="*/ 248506 w 861072"/>
                <a:gd name="connsiteY2" fmla="*/ 738378 h 738523"/>
                <a:gd name="connsiteX3" fmla="*/ 861073 w 861072"/>
                <a:gd name="connsiteY3" fmla="*/ 738523 h 738523"/>
                <a:gd name="connsiteX4" fmla="*/ 612567 w 861072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2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F0FFAA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487FECAC-3529-3576-F4F4-9AC35AC86037}"/>
                </a:ext>
              </a:extLst>
            </p:cNvPr>
            <p:cNvSpPr/>
            <p:nvPr/>
          </p:nvSpPr>
          <p:spPr>
            <a:xfrm>
              <a:off x="9716697" y="738523"/>
              <a:ext cx="861072" cy="738450"/>
            </a:xfrm>
            <a:custGeom>
              <a:avLst/>
              <a:gdLst>
                <a:gd name="connsiteX0" fmla="*/ 612567 w 861072"/>
                <a:gd name="connsiteY0" fmla="*/ 738451 h 738450"/>
                <a:gd name="connsiteX1" fmla="*/ 0 w 861072"/>
                <a:gd name="connsiteY1" fmla="*/ 738451 h 738450"/>
                <a:gd name="connsiteX2" fmla="*/ 248506 w 861072"/>
                <a:gd name="connsiteY2" fmla="*/ 73 h 738450"/>
                <a:gd name="connsiteX3" fmla="*/ 861073 w 861072"/>
                <a:gd name="connsiteY3" fmla="*/ 0 h 738450"/>
                <a:gd name="connsiteX4" fmla="*/ 612567 w 861072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2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143C6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C6DC91C2-6512-6AF2-232A-4A7F68D39715}"/>
                </a:ext>
              </a:extLst>
            </p:cNvPr>
            <p:cNvSpPr/>
            <p:nvPr/>
          </p:nvSpPr>
          <p:spPr>
            <a:xfrm>
              <a:off x="7881100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tx2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733C3531-0C42-1645-C267-11750DA28085}"/>
                </a:ext>
              </a:extLst>
            </p:cNvPr>
            <p:cNvSpPr/>
            <p:nvPr/>
          </p:nvSpPr>
          <p:spPr>
            <a:xfrm>
              <a:off x="7881100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6630F550-F206-EA65-E5DB-D21133B9BB07}"/>
                </a:ext>
              </a:extLst>
            </p:cNvPr>
            <p:cNvSpPr/>
            <p:nvPr/>
          </p:nvSpPr>
          <p:spPr>
            <a:xfrm>
              <a:off x="9104711" y="0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378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tx2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0196B92A-B7A6-21CA-A2EA-519A5DC36D3E}"/>
                </a:ext>
              </a:extLst>
            </p:cNvPr>
            <p:cNvSpPr/>
            <p:nvPr/>
          </p:nvSpPr>
          <p:spPr>
            <a:xfrm>
              <a:off x="9104711" y="738523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15D719AE-8127-82B2-7C29-A68C329D2812}"/>
                </a:ext>
              </a:extLst>
            </p:cNvPr>
            <p:cNvSpPr/>
            <p:nvPr/>
          </p:nvSpPr>
          <p:spPr>
            <a:xfrm>
              <a:off x="8493521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6203DF3D-DEC8-C854-156E-1DD75DDA25D6}"/>
                </a:ext>
              </a:extLst>
            </p:cNvPr>
            <p:cNvSpPr/>
            <p:nvPr/>
          </p:nvSpPr>
          <p:spPr>
            <a:xfrm>
              <a:off x="8493521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F0FFAA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D35E62B2-F425-259C-0855-7DB1A45287F8}"/>
                </a:ext>
              </a:extLst>
            </p:cNvPr>
            <p:cNvSpPr/>
            <p:nvPr userDrawn="1"/>
          </p:nvSpPr>
          <p:spPr>
            <a:xfrm>
              <a:off x="10328974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accent2"/>
            </a:solidFill>
            <a:ln w="7236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F432F2F8-9C71-8DEA-768C-58D331E6F0ED}"/>
                </a:ext>
              </a:extLst>
            </p:cNvPr>
            <p:cNvSpPr/>
            <p:nvPr/>
          </p:nvSpPr>
          <p:spPr>
            <a:xfrm>
              <a:off x="10328974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143C6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EC226477-086F-D7E2-B182-03589E4C3B1F}"/>
                </a:ext>
              </a:extLst>
            </p:cNvPr>
            <p:cNvSpPr/>
            <p:nvPr/>
          </p:nvSpPr>
          <p:spPr>
            <a:xfrm>
              <a:off x="9717422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tx2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D26FA1B2-7558-6D30-A51B-D0F233401FBA}"/>
                </a:ext>
              </a:extLst>
            </p:cNvPr>
            <p:cNvSpPr/>
            <p:nvPr/>
          </p:nvSpPr>
          <p:spPr>
            <a:xfrm>
              <a:off x="9717422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42D3F336-FC8E-A251-2961-E89A72EEC794}"/>
                </a:ext>
              </a:extLst>
            </p:cNvPr>
            <p:cNvSpPr/>
            <p:nvPr/>
          </p:nvSpPr>
          <p:spPr>
            <a:xfrm>
              <a:off x="10941468" y="0"/>
              <a:ext cx="861073" cy="738523"/>
            </a:xfrm>
            <a:custGeom>
              <a:avLst/>
              <a:gdLst>
                <a:gd name="connsiteX0" fmla="*/ 612494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378 h 738523"/>
                <a:gd name="connsiteX3" fmla="*/ 861073 w 861073"/>
                <a:gd name="connsiteY3" fmla="*/ 738523 h 738523"/>
                <a:gd name="connsiteX4" fmla="*/ 612494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494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494" y="0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EDCBDA04-2A9B-7609-F368-F27D92CE456C}"/>
                </a:ext>
              </a:extLst>
            </p:cNvPr>
            <p:cNvSpPr/>
            <p:nvPr/>
          </p:nvSpPr>
          <p:spPr>
            <a:xfrm>
              <a:off x="10941468" y="738523"/>
              <a:ext cx="861073" cy="738450"/>
            </a:xfrm>
            <a:custGeom>
              <a:avLst/>
              <a:gdLst>
                <a:gd name="connsiteX0" fmla="*/ 612494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494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494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494" y="738451"/>
                  </a:lnTo>
                  <a:close/>
                </a:path>
              </a:pathLst>
            </a:custGeom>
            <a:solidFill>
              <a:srgbClr val="F0FFAA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383399534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Quote Re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640" y="1702702"/>
            <a:ext cx="6202538" cy="2439336"/>
          </a:xfrm>
        </p:spPr>
        <p:txBody>
          <a:bodyPr anchor="ctr"/>
          <a:lstStyle>
            <a:lvl1pPr algn="l">
              <a:defRPr sz="4000" b="0" i="0">
                <a:solidFill>
                  <a:schemeClr val="accent6"/>
                </a:solidFill>
                <a:latin typeface="DM Sans 14pt" pitchFamily="2" charset="77"/>
              </a:defRPr>
            </a:lvl1pPr>
          </a:lstStyle>
          <a:p>
            <a:r>
              <a:rPr lang="en-US" dirty="0"/>
              <a:t>Quote, impactful statement, or big idea goes here over a few lines most likely.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640" y="4575030"/>
            <a:ext cx="4961511" cy="539813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2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Attribution or reference</a:t>
            </a:r>
            <a:endParaRPr lang="en-V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B391878E-A434-917E-B0B7-02B507DE5F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F4F5CBD6-CD64-B8ED-8EF3-9468CAE5C484}"/>
              </a:ext>
            </a:extLst>
          </p:cNvPr>
          <p:cNvGrpSpPr/>
          <p:nvPr userDrawn="1"/>
        </p:nvGrpSpPr>
        <p:grpSpPr>
          <a:xfrm>
            <a:off x="7881100" y="0"/>
            <a:ext cx="3921441" cy="2953946"/>
            <a:chOff x="7881100" y="0"/>
            <a:chExt cx="3921441" cy="2953946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EC0C9019-538C-BFB5-0BF2-CD74DDB11D33}"/>
                </a:ext>
              </a:extLst>
            </p:cNvPr>
            <p:cNvSpPr/>
            <p:nvPr/>
          </p:nvSpPr>
          <p:spPr>
            <a:xfrm>
              <a:off x="9716697" y="0"/>
              <a:ext cx="861072" cy="738523"/>
            </a:xfrm>
            <a:custGeom>
              <a:avLst/>
              <a:gdLst>
                <a:gd name="connsiteX0" fmla="*/ 612567 w 861072"/>
                <a:gd name="connsiteY0" fmla="*/ 0 h 738523"/>
                <a:gd name="connsiteX1" fmla="*/ 0 w 861072"/>
                <a:gd name="connsiteY1" fmla="*/ 0 h 738523"/>
                <a:gd name="connsiteX2" fmla="*/ 248506 w 861072"/>
                <a:gd name="connsiteY2" fmla="*/ 738378 h 738523"/>
                <a:gd name="connsiteX3" fmla="*/ 861073 w 861072"/>
                <a:gd name="connsiteY3" fmla="*/ 738523 h 738523"/>
                <a:gd name="connsiteX4" fmla="*/ 612567 w 861072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2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accent6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E03A9157-15A8-FA04-8A54-F5F7AA8DAF7E}"/>
                </a:ext>
              </a:extLst>
            </p:cNvPr>
            <p:cNvSpPr/>
            <p:nvPr/>
          </p:nvSpPr>
          <p:spPr>
            <a:xfrm>
              <a:off x="9716697" y="738523"/>
              <a:ext cx="861072" cy="738450"/>
            </a:xfrm>
            <a:custGeom>
              <a:avLst/>
              <a:gdLst>
                <a:gd name="connsiteX0" fmla="*/ 612567 w 861072"/>
                <a:gd name="connsiteY0" fmla="*/ 738451 h 738450"/>
                <a:gd name="connsiteX1" fmla="*/ 0 w 861072"/>
                <a:gd name="connsiteY1" fmla="*/ 738451 h 738450"/>
                <a:gd name="connsiteX2" fmla="*/ 248506 w 861072"/>
                <a:gd name="connsiteY2" fmla="*/ 73 h 738450"/>
                <a:gd name="connsiteX3" fmla="*/ 861073 w 861072"/>
                <a:gd name="connsiteY3" fmla="*/ 0 h 738450"/>
                <a:gd name="connsiteX4" fmla="*/ 612567 w 861072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2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143C6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7C555F65-4F17-1F41-4E2D-5CF68DE8CEAB}"/>
                </a:ext>
              </a:extLst>
            </p:cNvPr>
            <p:cNvSpPr/>
            <p:nvPr/>
          </p:nvSpPr>
          <p:spPr>
            <a:xfrm>
              <a:off x="7881100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E8EEEE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3965D94E-C043-88E8-F46D-952E14610F1A}"/>
                </a:ext>
              </a:extLst>
            </p:cNvPr>
            <p:cNvSpPr/>
            <p:nvPr/>
          </p:nvSpPr>
          <p:spPr>
            <a:xfrm>
              <a:off x="7881100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F347D84B-43D9-AED8-3797-1AC73F16A860}"/>
                </a:ext>
              </a:extLst>
            </p:cNvPr>
            <p:cNvSpPr/>
            <p:nvPr/>
          </p:nvSpPr>
          <p:spPr>
            <a:xfrm>
              <a:off x="9104711" y="0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378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E8EEEE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8FEB9F5D-82AC-016F-406A-430DFFBFC6B4}"/>
                </a:ext>
              </a:extLst>
            </p:cNvPr>
            <p:cNvSpPr/>
            <p:nvPr/>
          </p:nvSpPr>
          <p:spPr>
            <a:xfrm>
              <a:off x="9104711" y="738523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B9EE4E2A-5284-A76C-AA1F-564A80890CC7}"/>
                </a:ext>
              </a:extLst>
            </p:cNvPr>
            <p:cNvSpPr/>
            <p:nvPr/>
          </p:nvSpPr>
          <p:spPr>
            <a:xfrm>
              <a:off x="8493521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8C3C176D-CB73-B771-825B-FAEDC3D2542D}"/>
                </a:ext>
              </a:extLst>
            </p:cNvPr>
            <p:cNvSpPr/>
            <p:nvPr/>
          </p:nvSpPr>
          <p:spPr>
            <a:xfrm>
              <a:off x="8493521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chemeClr val="accent6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E77174B9-3A90-F401-5B20-D764FED1B4A7}"/>
                </a:ext>
              </a:extLst>
            </p:cNvPr>
            <p:cNvSpPr/>
            <p:nvPr userDrawn="1"/>
          </p:nvSpPr>
          <p:spPr>
            <a:xfrm>
              <a:off x="10328974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accent2"/>
            </a:solidFill>
            <a:ln w="7236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247F2E40-F07D-F563-FF44-58C63255D59B}"/>
                </a:ext>
              </a:extLst>
            </p:cNvPr>
            <p:cNvSpPr/>
            <p:nvPr/>
          </p:nvSpPr>
          <p:spPr>
            <a:xfrm>
              <a:off x="10328974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143C6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7711F363-7428-4064-18F5-BA30CAF90C3F}"/>
                </a:ext>
              </a:extLst>
            </p:cNvPr>
            <p:cNvSpPr/>
            <p:nvPr/>
          </p:nvSpPr>
          <p:spPr>
            <a:xfrm>
              <a:off x="9717422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E8EEEE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145CD60-D614-8C10-C947-9AC926500B3E}"/>
                </a:ext>
              </a:extLst>
            </p:cNvPr>
            <p:cNvSpPr/>
            <p:nvPr/>
          </p:nvSpPr>
          <p:spPr>
            <a:xfrm>
              <a:off x="9717422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4978BC33-EE31-95F5-06EE-B820FA07D774}"/>
                </a:ext>
              </a:extLst>
            </p:cNvPr>
            <p:cNvSpPr/>
            <p:nvPr/>
          </p:nvSpPr>
          <p:spPr>
            <a:xfrm>
              <a:off x="10941468" y="0"/>
              <a:ext cx="861073" cy="738523"/>
            </a:xfrm>
            <a:custGeom>
              <a:avLst/>
              <a:gdLst>
                <a:gd name="connsiteX0" fmla="*/ 612494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378 h 738523"/>
                <a:gd name="connsiteX3" fmla="*/ 861073 w 861073"/>
                <a:gd name="connsiteY3" fmla="*/ 738523 h 738523"/>
                <a:gd name="connsiteX4" fmla="*/ 612494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494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494" y="0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E00BCF3-E9C5-957C-B065-85C1254BA625}"/>
                </a:ext>
              </a:extLst>
            </p:cNvPr>
            <p:cNvSpPr/>
            <p:nvPr/>
          </p:nvSpPr>
          <p:spPr>
            <a:xfrm>
              <a:off x="10941468" y="738523"/>
              <a:ext cx="861073" cy="738450"/>
            </a:xfrm>
            <a:custGeom>
              <a:avLst/>
              <a:gdLst>
                <a:gd name="connsiteX0" fmla="*/ 612494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494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494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494" y="738451"/>
                  </a:lnTo>
                  <a:close/>
                </a:path>
              </a:pathLst>
            </a:custGeom>
            <a:solidFill>
              <a:schemeClr val="accent6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256816927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4_Quote Gree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640" y="1702702"/>
            <a:ext cx="6202538" cy="2439336"/>
          </a:xfrm>
        </p:spPr>
        <p:txBody>
          <a:bodyPr anchor="ctr"/>
          <a:lstStyle>
            <a:lvl1pPr algn="l">
              <a:defRPr sz="4000" b="0" i="0">
                <a:solidFill>
                  <a:schemeClr val="accent4"/>
                </a:solidFill>
                <a:latin typeface="DM Sans 14pt" pitchFamily="2" charset="77"/>
              </a:defRPr>
            </a:lvl1pPr>
          </a:lstStyle>
          <a:p>
            <a:r>
              <a:rPr lang="en-US" dirty="0"/>
              <a:t>Quote, impactful statement, or big idea goes here over a few lines most likely.</a:t>
            </a:r>
            <a:endParaRPr lang="en-V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640" y="4575030"/>
            <a:ext cx="4961511" cy="539813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2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Attribution or reference</a:t>
            </a:r>
            <a:endParaRPr lang="en-VN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4A4AB85E-C7DB-AE67-C2B8-6363893117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B576DF4-8D67-3BFE-A80D-3AFAB659AE3C}"/>
              </a:ext>
            </a:extLst>
          </p:cNvPr>
          <p:cNvGrpSpPr/>
          <p:nvPr userDrawn="1"/>
        </p:nvGrpSpPr>
        <p:grpSpPr>
          <a:xfrm>
            <a:off x="7881100" y="0"/>
            <a:ext cx="3921441" cy="2953946"/>
            <a:chOff x="7881100" y="0"/>
            <a:chExt cx="3921441" cy="2953946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8B7003E2-179E-1BFB-7E7A-68C64E4AD6F7}"/>
                </a:ext>
              </a:extLst>
            </p:cNvPr>
            <p:cNvSpPr/>
            <p:nvPr/>
          </p:nvSpPr>
          <p:spPr>
            <a:xfrm>
              <a:off x="9716697" y="0"/>
              <a:ext cx="861072" cy="738523"/>
            </a:xfrm>
            <a:custGeom>
              <a:avLst/>
              <a:gdLst>
                <a:gd name="connsiteX0" fmla="*/ 612567 w 861072"/>
                <a:gd name="connsiteY0" fmla="*/ 0 h 738523"/>
                <a:gd name="connsiteX1" fmla="*/ 0 w 861072"/>
                <a:gd name="connsiteY1" fmla="*/ 0 h 738523"/>
                <a:gd name="connsiteX2" fmla="*/ 248506 w 861072"/>
                <a:gd name="connsiteY2" fmla="*/ 738378 h 738523"/>
                <a:gd name="connsiteX3" fmla="*/ 861073 w 861072"/>
                <a:gd name="connsiteY3" fmla="*/ 738523 h 738523"/>
                <a:gd name="connsiteX4" fmla="*/ 612567 w 861072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2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accent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BF9895C8-2E41-5DFC-D602-B1DA4AF502C6}"/>
                </a:ext>
              </a:extLst>
            </p:cNvPr>
            <p:cNvSpPr/>
            <p:nvPr/>
          </p:nvSpPr>
          <p:spPr>
            <a:xfrm>
              <a:off x="9716697" y="738523"/>
              <a:ext cx="861072" cy="738450"/>
            </a:xfrm>
            <a:custGeom>
              <a:avLst/>
              <a:gdLst>
                <a:gd name="connsiteX0" fmla="*/ 612567 w 861072"/>
                <a:gd name="connsiteY0" fmla="*/ 738451 h 738450"/>
                <a:gd name="connsiteX1" fmla="*/ 0 w 861072"/>
                <a:gd name="connsiteY1" fmla="*/ 738451 h 738450"/>
                <a:gd name="connsiteX2" fmla="*/ 248506 w 861072"/>
                <a:gd name="connsiteY2" fmla="*/ 73 h 738450"/>
                <a:gd name="connsiteX3" fmla="*/ 861073 w 861072"/>
                <a:gd name="connsiteY3" fmla="*/ 0 h 738450"/>
                <a:gd name="connsiteX4" fmla="*/ 612567 w 861072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2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143C6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717471A7-6F6B-AD73-5307-6F8C1CC86641}"/>
                </a:ext>
              </a:extLst>
            </p:cNvPr>
            <p:cNvSpPr/>
            <p:nvPr/>
          </p:nvSpPr>
          <p:spPr>
            <a:xfrm>
              <a:off x="7881100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E8EEEE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0" name="Freeform 9">
              <a:extLst>
                <a:ext uri="{FF2B5EF4-FFF2-40B4-BE49-F238E27FC236}">
                  <a16:creationId xmlns:a16="http://schemas.microsoft.com/office/drawing/2014/main" id="{59452C24-5B46-EE79-82BC-9A293B7236C5}"/>
                </a:ext>
              </a:extLst>
            </p:cNvPr>
            <p:cNvSpPr/>
            <p:nvPr/>
          </p:nvSpPr>
          <p:spPr>
            <a:xfrm>
              <a:off x="7881100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96483194-DC07-EFF7-E2A8-A3DEB619E805}"/>
                </a:ext>
              </a:extLst>
            </p:cNvPr>
            <p:cNvSpPr/>
            <p:nvPr/>
          </p:nvSpPr>
          <p:spPr>
            <a:xfrm>
              <a:off x="9104711" y="0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378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E8EEEE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17C8D25B-1693-F157-CE90-9AE061778174}"/>
                </a:ext>
              </a:extLst>
            </p:cNvPr>
            <p:cNvSpPr/>
            <p:nvPr/>
          </p:nvSpPr>
          <p:spPr>
            <a:xfrm>
              <a:off x="9104711" y="738523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F084EF45-FF4B-B01B-F535-CDC686153D4A}"/>
                </a:ext>
              </a:extLst>
            </p:cNvPr>
            <p:cNvSpPr/>
            <p:nvPr/>
          </p:nvSpPr>
          <p:spPr>
            <a:xfrm>
              <a:off x="8493521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4" name="Freeform 13">
              <a:extLst>
                <a:ext uri="{FF2B5EF4-FFF2-40B4-BE49-F238E27FC236}">
                  <a16:creationId xmlns:a16="http://schemas.microsoft.com/office/drawing/2014/main" id="{26083DFD-53F1-CEAE-8894-5FDD3DF73E0B}"/>
                </a:ext>
              </a:extLst>
            </p:cNvPr>
            <p:cNvSpPr/>
            <p:nvPr/>
          </p:nvSpPr>
          <p:spPr>
            <a:xfrm>
              <a:off x="8493521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chemeClr val="accent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5" name="Freeform 14">
              <a:extLst>
                <a:ext uri="{FF2B5EF4-FFF2-40B4-BE49-F238E27FC236}">
                  <a16:creationId xmlns:a16="http://schemas.microsoft.com/office/drawing/2014/main" id="{2660484A-29E5-529C-A402-8144A486EA6C}"/>
                </a:ext>
              </a:extLst>
            </p:cNvPr>
            <p:cNvSpPr/>
            <p:nvPr userDrawn="1"/>
          </p:nvSpPr>
          <p:spPr>
            <a:xfrm>
              <a:off x="10328974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chemeClr val="accent2"/>
            </a:solidFill>
            <a:ln w="7236" cap="flat">
              <a:solidFill>
                <a:schemeClr val="accent3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6" name="Freeform 15">
              <a:extLst>
                <a:ext uri="{FF2B5EF4-FFF2-40B4-BE49-F238E27FC236}">
                  <a16:creationId xmlns:a16="http://schemas.microsoft.com/office/drawing/2014/main" id="{D19E5513-6D44-D7D6-E6D7-89E40DC61284}"/>
                </a:ext>
              </a:extLst>
            </p:cNvPr>
            <p:cNvSpPr/>
            <p:nvPr/>
          </p:nvSpPr>
          <p:spPr>
            <a:xfrm>
              <a:off x="10328974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143C6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7" name="Freeform 16">
              <a:extLst>
                <a:ext uri="{FF2B5EF4-FFF2-40B4-BE49-F238E27FC236}">
                  <a16:creationId xmlns:a16="http://schemas.microsoft.com/office/drawing/2014/main" id="{211F01F6-70CF-950B-AD58-6D85E67DC8A4}"/>
                </a:ext>
              </a:extLst>
            </p:cNvPr>
            <p:cNvSpPr/>
            <p:nvPr/>
          </p:nvSpPr>
          <p:spPr>
            <a:xfrm>
              <a:off x="9717422" y="1476973"/>
              <a:ext cx="861073" cy="738523"/>
            </a:xfrm>
            <a:custGeom>
              <a:avLst/>
              <a:gdLst>
                <a:gd name="connsiteX0" fmla="*/ 612567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451 h 738523"/>
                <a:gd name="connsiteX3" fmla="*/ 861073 w 861073"/>
                <a:gd name="connsiteY3" fmla="*/ 738523 h 738523"/>
                <a:gd name="connsiteX4" fmla="*/ 612567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567" y="0"/>
                  </a:moveTo>
                  <a:lnTo>
                    <a:pt x="0" y="0"/>
                  </a:lnTo>
                  <a:lnTo>
                    <a:pt x="248506" y="738451"/>
                  </a:lnTo>
                  <a:lnTo>
                    <a:pt x="861073" y="738523"/>
                  </a:lnTo>
                  <a:lnTo>
                    <a:pt x="612567" y="0"/>
                  </a:lnTo>
                  <a:close/>
                </a:path>
              </a:pathLst>
            </a:custGeom>
            <a:solidFill>
              <a:srgbClr val="E8EEEE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3F88A126-9085-A3DA-CBF4-C5DF711DB5B4}"/>
                </a:ext>
              </a:extLst>
            </p:cNvPr>
            <p:cNvSpPr/>
            <p:nvPr/>
          </p:nvSpPr>
          <p:spPr>
            <a:xfrm>
              <a:off x="9717422" y="2215496"/>
              <a:ext cx="861073" cy="738450"/>
            </a:xfrm>
            <a:custGeom>
              <a:avLst/>
              <a:gdLst>
                <a:gd name="connsiteX0" fmla="*/ 612567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567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567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567" y="738451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9950641C-E61E-BD9A-B0F9-9F2935FAE1B7}"/>
                </a:ext>
              </a:extLst>
            </p:cNvPr>
            <p:cNvSpPr/>
            <p:nvPr/>
          </p:nvSpPr>
          <p:spPr>
            <a:xfrm>
              <a:off x="10941468" y="0"/>
              <a:ext cx="861073" cy="738523"/>
            </a:xfrm>
            <a:custGeom>
              <a:avLst/>
              <a:gdLst>
                <a:gd name="connsiteX0" fmla="*/ 612494 w 861073"/>
                <a:gd name="connsiteY0" fmla="*/ 0 h 738523"/>
                <a:gd name="connsiteX1" fmla="*/ 0 w 861073"/>
                <a:gd name="connsiteY1" fmla="*/ 0 h 738523"/>
                <a:gd name="connsiteX2" fmla="*/ 248506 w 861073"/>
                <a:gd name="connsiteY2" fmla="*/ 738378 h 738523"/>
                <a:gd name="connsiteX3" fmla="*/ 861073 w 861073"/>
                <a:gd name="connsiteY3" fmla="*/ 738523 h 738523"/>
                <a:gd name="connsiteX4" fmla="*/ 612494 w 861073"/>
                <a:gd name="connsiteY4" fmla="*/ 0 h 7385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523">
                  <a:moveTo>
                    <a:pt x="612494" y="0"/>
                  </a:moveTo>
                  <a:lnTo>
                    <a:pt x="0" y="0"/>
                  </a:lnTo>
                  <a:lnTo>
                    <a:pt x="248506" y="738378"/>
                  </a:lnTo>
                  <a:lnTo>
                    <a:pt x="861073" y="738523"/>
                  </a:lnTo>
                  <a:lnTo>
                    <a:pt x="612494" y="0"/>
                  </a:lnTo>
                  <a:close/>
                </a:path>
              </a:pathLst>
            </a:custGeom>
            <a:solidFill>
              <a:srgbClr val="A7C3C7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83197AFC-1D43-8094-CAB7-3DAA707A60AB}"/>
                </a:ext>
              </a:extLst>
            </p:cNvPr>
            <p:cNvSpPr/>
            <p:nvPr/>
          </p:nvSpPr>
          <p:spPr>
            <a:xfrm>
              <a:off x="10941468" y="738523"/>
              <a:ext cx="861073" cy="738450"/>
            </a:xfrm>
            <a:custGeom>
              <a:avLst/>
              <a:gdLst>
                <a:gd name="connsiteX0" fmla="*/ 612494 w 861073"/>
                <a:gd name="connsiteY0" fmla="*/ 738451 h 738450"/>
                <a:gd name="connsiteX1" fmla="*/ 0 w 861073"/>
                <a:gd name="connsiteY1" fmla="*/ 738451 h 738450"/>
                <a:gd name="connsiteX2" fmla="*/ 248506 w 861073"/>
                <a:gd name="connsiteY2" fmla="*/ 73 h 738450"/>
                <a:gd name="connsiteX3" fmla="*/ 861073 w 861073"/>
                <a:gd name="connsiteY3" fmla="*/ 0 h 738450"/>
                <a:gd name="connsiteX4" fmla="*/ 612494 w 861073"/>
                <a:gd name="connsiteY4" fmla="*/ 738451 h 73845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61073" h="738450">
                  <a:moveTo>
                    <a:pt x="612494" y="738451"/>
                  </a:moveTo>
                  <a:lnTo>
                    <a:pt x="0" y="738451"/>
                  </a:lnTo>
                  <a:lnTo>
                    <a:pt x="248506" y="73"/>
                  </a:lnTo>
                  <a:lnTo>
                    <a:pt x="861073" y="0"/>
                  </a:lnTo>
                  <a:lnTo>
                    <a:pt x="612494" y="738451"/>
                  </a:lnTo>
                  <a:close/>
                </a:path>
              </a:pathLst>
            </a:custGeom>
            <a:solidFill>
              <a:schemeClr val="accent4"/>
            </a:solidFill>
            <a:ln w="723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187378969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Key Word Blu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oup 23">
            <a:extLst>
              <a:ext uri="{FF2B5EF4-FFF2-40B4-BE49-F238E27FC236}">
                <a16:creationId xmlns:a16="http://schemas.microsoft.com/office/drawing/2014/main" id="{6F6C7C51-F454-D2F3-A4F0-2C9735BC3ADB}"/>
              </a:ext>
            </a:extLst>
          </p:cNvPr>
          <p:cNvGrpSpPr/>
          <p:nvPr userDrawn="1"/>
        </p:nvGrpSpPr>
        <p:grpSpPr>
          <a:xfrm>
            <a:off x="-1463" y="2245018"/>
            <a:ext cx="10653568" cy="1311398"/>
            <a:chOff x="-1463" y="2245018"/>
            <a:chExt cx="10653568" cy="1311398"/>
          </a:xfrm>
        </p:grpSpPr>
        <p:sp>
          <p:nvSpPr>
            <p:cNvPr id="18" name="Freeform 17">
              <a:extLst>
                <a:ext uri="{FF2B5EF4-FFF2-40B4-BE49-F238E27FC236}">
                  <a16:creationId xmlns:a16="http://schemas.microsoft.com/office/drawing/2014/main" id="{4C02301B-ADE0-E8AF-2A29-5901856CDD63}"/>
                </a:ext>
              </a:extLst>
            </p:cNvPr>
            <p:cNvSpPr/>
            <p:nvPr/>
          </p:nvSpPr>
          <p:spPr>
            <a:xfrm>
              <a:off x="-1463" y="2245018"/>
              <a:ext cx="8040308" cy="1311398"/>
            </a:xfrm>
            <a:custGeom>
              <a:avLst/>
              <a:gdLst>
                <a:gd name="connsiteX0" fmla="*/ 0 w 24910629"/>
                <a:gd name="connsiteY0" fmla="*/ 0 h 1310682"/>
                <a:gd name="connsiteX1" fmla="*/ 0 w 24910629"/>
                <a:gd name="connsiteY1" fmla="*/ 1310682 h 1310682"/>
                <a:gd name="connsiteX2" fmla="*/ 24673124 w 24910629"/>
                <a:gd name="connsiteY2" fmla="*/ 1310682 h 1310682"/>
                <a:gd name="connsiteX3" fmla="*/ 24910630 w 24910629"/>
                <a:gd name="connsiteY3" fmla="*/ 655341 h 1310682"/>
                <a:gd name="connsiteX4" fmla="*/ 24672972 w 24910629"/>
                <a:gd name="connsiteY4" fmla="*/ 0 h 1310682"/>
                <a:gd name="connsiteX5" fmla="*/ 0 w 24910629"/>
                <a:gd name="connsiteY5" fmla="*/ 0 h 1310682"/>
                <a:gd name="connsiteX0" fmla="*/ 0 w 24910630"/>
                <a:gd name="connsiteY0" fmla="*/ 0 h 1310682"/>
                <a:gd name="connsiteX1" fmla="*/ 0 w 24910630"/>
                <a:gd name="connsiteY1" fmla="*/ 1310682 h 1310682"/>
                <a:gd name="connsiteX2" fmla="*/ 24673124 w 24910630"/>
                <a:gd name="connsiteY2" fmla="*/ 1310682 h 1310682"/>
                <a:gd name="connsiteX3" fmla="*/ 24910630 w 24910630"/>
                <a:gd name="connsiteY3" fmla="*/ 655341 h 1310682"/>
                <a:gd name="connsiteX4" fmla="*/ 24672972 w 24910630"/>
                <a:gd name="connsiteY4" fmla="*/ 0 h 1310682"/>
                <a:gd name="connsiteX5" fmla="*/ 16874071 w 24910630"/>
                <a:gd name="connsiteY5" fmla="*/ 3507 h 1310682"/>
                <a:gd name="connsiteX6" fmla="*/ 0 w 24910630"/>
                <a:gd name="connsiteY6" fmla="*/ 0 h 1310682"/>
                <a:gd name="connsiteX0" fmla="*/ 0 w 24910630"/>
                <a:gd name="connsiteY0" fmla="*/ 0 h 1311398"/>
                <a:gd name="connsiteX1" fmla="*/ 0 w 24910630"/>
                <a:gd name="connsiteY1" fmla="*/ 1310682 h 1311398"/>
                <a:gd name="connsiteX2" fmla="*/ 16870322 w 24910630"/>
                <a:gd name="connsiteY2" fmla="*/ 1311398 h 1311398"/>
                <a:gd name="connsiteX3" fmla="*/ 24673124 w 24910630"/>
                <a:gd name="connsiteY3" fmla="*/ 1310682 h 1311398"/>
                <a:gd name="connsiteX4" fmla="*/ 24910630 w 24910630"/>
                <a:gd name="connsiteY4" fmla="*/ 655341 h 1311398"/>
                <a:gd name="connsiteX5" fmla="*/ 24672972 w 24910630"/>
                <a:gd name="connsiteY5" fmla="*/ 0 h 1311398"/>
                <a:gd name="connsiteX6" fmla="*/ 16874071 w 24910630"/>
                <a:gd name="connsiteY6" fmla="*/ 3507 h 1311398"/>
                <a:gd name="connsiteX7" fmla="*/ 0 w 24910630"/>
                <a:gd name="connsiteY7" fmla="*/ 0 h 1311398"/>
                <a:gd name="connsiteX0" fmla="*/ 0 w 24910630"/>
                <a:gd name="connsiteY0" fmla="*/ 0 h 1311398"/>
                <a:gd name="connsiteX1" fmla="*/ 16870322 w 24910630"/>
                <a:gd name="connsiteY1" fmla="*/ 1311398 h 1311398"/>
                <a:gd name="connsiteX2" fmla="*/ 24673124 w 24910630"/>
                <a:gd name="connsiteY2" fmla="*/ 1310682 h 1311398"/>
                <a:gd name="connsiteX3" fmla="*/ 24910630 w 24910630"/>
                <a:gd name="connsiteY3" fmla="*/ 655341 h 1311398"/>
                <a:gd name="connsiteX4" fmla="*/ 24672972 w 24910630"/>
                <a:gd name="connsiteY4" fmla="*/ 0 h 1311398"/>
                <a:gd name="connsiteX5" fmla="*/ 16874071 w 24910630"/>
                <a:gd name="connsiteY5" fmla="*/ 3507 h 1311398"/>
                <a:gd name="connsiteX6" fmla="*/ 0 w 24910630"/>
                <a:gd name="connsiteY6" fmla="*/ 0 h 1311398"/>
                <a:gd name="connsiteX0" fmla="*/ 3749 w 8040308"/>
                <a:gd name="connsiteY0" fmla="*/ 3507 h 1311398"/>
                <a:gd name="connsiteX1" fmla="*/ 0 w 8040308"/>
                <a:gd name="connsiteY1" fmla="*/ 1311398 h 1311398"/>
                <a:gd name="connsiteX2" fmla="*/ 7802802 w 8040308"/>
                <a:gd name="connsiteY2" fmla="*/ 1310682 h 1311398"/>
                <a:gd name="connsiteX3" fmla="*/ 8040308 w 8040308"/>
                <a:gd name="connsiteY3" fmla="*/ 655341 h 1311398"/>
                <a:gd name="connsiteX4" fmla="*/ 7802650 w 8040308"/>
                <a:gd name="connsiteY4" fmla="*/ 0 h 1311398"/>
                <a:gd name="connsiteX5" fmla="*/ 3749 w 8040308"/>
                <a:gd name="connsiteY5" fmla="*/ 3507 h 131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40308" h="1311398">
                  <a:moveTo>
                    <a:pt x="3749" y="3507"/>
                  </a:moveTo>
                  <a:cubicBezTo>
                    <a:pt x="2499" y="439471"/>
                    <a:pt x="1250" y="875434"/>
                    <a:pt x="0" y="1311398"/>
                  </a:cubicBezTo>
                  <a:lnTo>
                    <a:pt x="7802802" y="1310682"/>
                  </a:lnTo>
                  <a:lnTo>
                    <a:pt x="8040308" y="655341"/>
                  </a:lnTo>
                  <a:lnTo>
                    <a:pt x="7802650" y="0"/>
                  </a:lnTo>
                  <a:lnTo>
                    <a:pt x="3749" y="3507"/>
                  </a:lnTo>
                  <a:close/>
                </a:path>
              </a:pathLst>
            </a:custGeom>
            <a:solidFill>
              <a:schemeClr val="accent3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9" name="Freeform 18">
              <a:extLst>
                <a:ext uri="{FF2B5EF4-FFF2-40B4-BE49-F238E27FC236}">
                  <a16:creationId xmlns:a16="http://schemas.microsoft.com/office/drawing/2014/main" id="{B511BEE0-777E-67C5-F1BF-527EBEBD53AC}"/>
                </a:ext>
              </a:extLst>
            </p:cNvPr>
            <p:cNvSpPr/>
            <p:nvPr/>
          </p:nvSpPr>
          <p:spPr>
            <a:xfrm>
              <a:off x="8199751" y="2245018"/>
              <a:ext cx="1141669" cy="1310682"/>
            </a:xfrm>
            <a:custGeom>
              <a:avLst/>
              <a:gdLst>
                <a:gd name="connsiteX0" fmla="*/ 0 w 1141669"/>
                <a:gd name="connsiteY0" fmla="*/ 0 h 1310682"/>
                <a:gd name="connsiteX1" fmla="*/ 237506 w 1141669"/>
                <a:gd name="connsiteY1" fmla="*/ 655341 h 1310682"/>
                <a:gd name="connsiteX2" fmla="*/ 0 w 1141669"/>
                <a:gd name="connsiteY2" fmla="*/ 1310682 h 1310682"/>
                <a:gd name="connsiteX3" fmla="*/ 904011 w 1141669"/>
                <a:gd name="connsiteY3" fmla="*/ 1310682 h 1310682"/>
                <a:gd name="connsiteX4" fmla="*/ 1141669 w 1141669"/>
                <a:gd name="connsiteY4" fmla="*/ 655341 h 1310682"/>
                <a:gd name="connsiteX5" fmla="*/ 904011 w 1141669"/>
                <a:gd name="connsiteY5" fmla="*/ 0 h 1310682"/>
                <a:gd name="connsiteX6" fmla="*/ 0 w 1141669"/>
                <a:gd name="connsiteY6" fmla="*/ 0 h 1310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669" h="1310682">
                  <a:moveTo>
                    <a:pt x="0" y="0"/>
                  </a:moveTo>
                  <a:lnTo>
                    <a:pt x="237506" y="655341"/>
                  </a:lnTo>
                  <a:lnTo>
                    <a:pt x="0" y="1310682"/>
                  </a:lnTo>
                  <a:lnTo>
                    <a:pt x="904011" y="1310682"/>
                  </a:lnTo>
                  <a:lnTo>
                    <a:pt x="1141669" y="655341"/>
                  </a:lnTo>
                  <a:lnTo>
                    <a:pt x="904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0" name="Freeform 19">
              <a:extLst>
                <a:ext uri="{FF2B5EF4-FFF2-40B4-BE49-F238E27FC236}">
                  <a16:creationId xmlns:a16="http://schemas.microsoft.com/office/drawing/2014/main" id="{9CDA0790-C099-EFF3-7146-76BDC541C213}"/>
                </a:ext>
              </a:extLst>
            </p:cNvPr>
            <p:cNvSpPr/>
            <p:nvPr/>
          </p:nvSpPr>
          <p:spPr>
            <a:xfrm>
              <a:off x="9637239" y="2245018"/>
              <a:ext cx="1014866" cy="1310682"/>
            </a:xfrm>
            <a:custGeom>
              <a:avLst/>
              <a:gdLst>
                <a:gd name="connsiteX0" fmla="*/ 0 w 1014866"/>
                <a:gd name="connsiteY0" fmla="*/ 0 h 1310682"/>
                <a:gd name="connsiteX1" fmla="*/ 237656 w 1014866"/>
                <a:gd name="connsiteY1" fmla="*/ 655341 h 1310682"/>
                <a:gd name="connsiteX2" fmla="*/ 0 w 1014866"/>
                <a:gd name="connsiteY2" fmla="*/ 1310682 h 1310682"/>
                <a:gd name="connsiteX3" fmla="*/ 777360 w 1014866"/>
                <a:gd name="connsiteY3" fmla="*/ 1310682 h 1310682"/>
                <a:gd name="connsiteX4" fmla="*/ 1014866 w 1014866"/>
                <a:gd name="connsiteY4" fmla="*/ 655341 h 1310682"/>
                <a:gd name="connsiteX5" fmla="*/ 777208 w 1014866"/>
                <a:gd name="connsiteY5" fmla="*/ 0 h 1310682"/>
                <a:gd name="connsiteX6" fmla="*/ 0 w 1014866"/>
                <a:gd name="connsiteY6" fmla="*/ 0 h 1310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4866" h="1310682">
                  <a:moveTo>
                    <a:pt x="0" y="0"/>
                  </a:moveTo>
                  <a:lnTo>
                    <a:pt x="237656" y="655341"/>
                  </a:lnTo>
                  <a:lnTo>
                    <a:pt x="0" y="1310682"/>
                  </a:lnTo>
                  <a:lnTo>
                    <a:pt x="777360" y="1310682"/>
                  </a:lnTo>
                  <a:lnTo>
                    <a:pt x="1014866" y="655341"/>
                  </a:lnTo>
                  <a:lnTo>
                    <a:pt x="77720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640" y="4068346"/>
            <a:ext cx="4961511" cy="792412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2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Several words of explanation, in just a line or two to elaborate on the concept.</a:t>
            </a:r>
            <a:endParaRPr lang="en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640" y="2555038"/>
            <a:ext cx="7940842" cy="776907"/>
          </a:xfrm>
        </p:spPr>
        <p:txBody>
          <a:bodyPr anchor="ctr"/>
          <a:lstStyle>
            <a:lvl1pPr algn="l">
              <a:defRPr sz="6000" b="0" i="0">
                <a:solidFill>
                  <a:schemeClr val="tx1"/>
                </a:solidFill>
                <a:latin typeface="DM Sans 14pt" pitchFamily="2" charset="77"/>
              </a:defRPr>
            </a:lvl1pPr>
          </a:lstStyle>
          <a:p>
            <a:r>
              <a:rPr lang="en-US" dirty="0"/>
              <a:t>Key word concept</a:t>
            </a:r>
            <a:endParaRPr lang="en-V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932AB9E7-889C-772D-43D8-2FBF0BDF737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84122913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Key Word Yellow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" name="Group 9">
            <a:extLst>
              <a:ext uri="{FF2B5EF4-FFF2-40B4-BE49-F238E27FC236}">
                <a16:creationId xmlns:a16="http://schemas.microsoft.com/office/drawing/2014/main" id="{59EA89BD-D8B7-1096-8CEA-FE29A4454A1A}"/>
              </a:ext>
            </a:extLst>
          </p:cNvPr>
          <p:cNvGrpSpPr/>
          <p:nvPr userDrawn="1"/>
        </p:nvGrpSpPr>
        <p:grpSpPr>
          <a:xfrm>
            <a:off x="-1463" y="2245018"/>
            <a:ext cx="10653568" cy="1311398"/>
            <a:chOff x="-1463" y="2245018"/>
            <a:chExt cx="10653568" cy="1311398"/>
          </a:xfrm>
        </p:grpSpPr>
        <p:sp>
          <p:nvSpPr>
            <p:cNvPr id="11" name="Freeform 10">
              <a:extLst>
                <a:ext uri="{FF2B5EF4-FFF2-40B4-BE49-F238E27FC236}">
                  <a16:creationId xmlns:a16="http://schemas.microsoft.com/office/drawing/2014/main" id="{E4F2BBB1-6199-C906-34FF-FF1FA0B78F50}"/>
                </a:ext>
              </a:extLst>
            </p:cNvPr>
            <p:cNvSpPr/>
            <p:nvPr/>
          </p:nvSpPr>
          <p:spPr>
            <a:xfrm>
              <a:off x="-1463" y="2245018"/>
              <a:ext cx="8040308" cy="1311398"/>
            </a:xfrm>
            <a:custGeom>
              <a:avLst/>
              <a:gdLst>
                <a:gd name="connsiteX0" fmla="*/ 0 w 24910629"/>
                <a:gd name="connsiteY0" fmla="*/ 0 h 1310682"/>
                <a:gd name="connsiteX1" fmla="*/ 0 w 24910629"/>
                <a:gd name="connsiteY1" fmla="*/ 1310682 h 1310682"/>
                <a:gd name="connsiteX2" fmla="*/ 24673124 w 24910629"/>
                <a:gd name="connsiteY2" fmla="*/ 1310682 h 1310682"/>
                <a:gd name="connsiteX3" fmla="*/ 24910630 w 24910629"/>
                <a:gd name="connsiteY3" fmla="*/ 655341 h 1310682"/>
                <a:gd name="connsiteX4" fmla="*/ 24672972 w 24910629"/>
                <a:gd name="connsiteY4" fmla="*/ 0 h 1310682"/>
                <a:gd name="connsiteX5" fmla="*/ 0 w 24910629"/>
                <a:gd name="connsiteY5" fmla="*/ 0 h 1310682"/>
                <a:gd name="connsiteX0" fmla="*/ 0 w 24910630"/>
                <a:gd name="connsiteY0" fmla="*/ 0 h 1310682"/>
                <a:gd name="connsiteX1" fmla="*/ 0 w 24910630"/>
                <a:gd name="connsiteY1" fmla="*/ 1310682 h 1310682"/>
                <a:gd name="connsiteX2" fmla="*/ 24673124 w 24910630"/>
                <a:gd name="connsiteY2" fmla="*/ 1310682 h 1310682"/>
                <a:gd name="connsiteX3" fmla="*/ 24910630 w 24910630"/>
                <a:gd name="connsiteY3" fmla="*/ 655341 h 1310682"/>
                <a:gd name="connsiteX4" fmla="*/ 24672972 w 24910630"/>
                <a:gd name="connsiteY4" fmla="*/ 0 h 1310682"/>
                <a:gd name="connsiteX5" fmla="*/ 16874071 w 24910630"/>
                <a:gd name="connsiteY5" fmla="*/ 3507 h 1310682"/>
                <a:gd name="connsiteX6" fmla="*/ 0 w 24910630"/>
                <a:gd name="connsiteY6" fmla="*/ 0 h 1310682"/>
                <a:gd name="connsiteX0" fmla="*/ 0 w 24910630"/>
                <a:gd name="connsiteY0" fmla="*/ 0 h 1311398"/>
                <a:gd name="connsiteX1" fmla="*/ 0 w 24910630"/>
                <a:gd name="connsiteY1" fmla="*/ 1310682 h 1311398"/>
                <a:gd name="connsiteX2" fmla="*/ 16870322 w 24910630"/>
                <a:gd name="connsiteY2" fmla="*/ 1311398 h 1311398"/>
                <a:gd name="connsiteX3" fmla="*/ 24673124 w 24910630"/>
                <a:gd name="connsiteY3" fmla="*/ 1310682 h 1311398"/>
                <a:gd name="connsiteX4" fmla="*/ 24910630 w 24910630"/>
                <a:gd name="connsiteY4" fmla="*/ 655341 h 1311398"/>
                <a:gd name="connsiteX5" fmla="*/ 24672972 w 24910630"/>
                <a:gd name="connsiteY5" fmla="*/ 0 h 1311398"/>
                <a:gd name="connsiteX6" fmla="*/ 16874071 w 24910630"/>
                <a:gd name="connsiteY6" fmla="*/ 3507 h 1311398"/>
                <a:gd name="connsiteX7" fmla="*/ 0 w 24910630"/>
                <a:gd name="connsiteY7" fmla="*/ 0 h 1311398"/>
                <a:gd name="connsiteX0" fmla="*/ 0 w 24910630"/>
                <a:gd name="connsiteY0" fmla="*/ 0 h 1311398"/>
                <a:gd name="connsiteX1" fmla="*/ 16870322 w 24910630"/>
                <a:gd name="connsiteY1" fmla="*/ 1311398 h 1311398"/>
                <a:gd name="connsiteX2" fmla="*/ 24673124 w 24910630"/>
                <a:gd name="connsiteY2" fmla="*/ 1310682 h 1311398"/>
                <a:gd name="connsiteX3" fmla="*/ 24910630 w 24910630"/>
                <a:gd name="connsiteY3" fmla="*/ 655341 h 1311398"/>
                <a:gd name="connsiteX4" fmla="*/ 24672972 w 24910630"/>
                <a:gd name="connsiteY4" fmla="*/ 0 h 1311398"/>
                <a:gd name="connsiteX5" fmla="*/ 16874071 w 24910630"/>
                <a:gd name="connsiteY5" fmla="*/ 3507 h 1311398"/>
                <a:gd name="connsiteX6" fmla="*/ 0 w 24910630"/>
                <a:gd name="connsiteY6" fmla="*/ 0 h 1311398"/>
                <a:gd name="connsiteX0" fmla="*/ 3749 w 8040308"/>
                <a:gd name="connsiteY0" fmla="*/ 3507 h 1311398"/>
                <a:gd name="connsiteX1" fmla="*/ 0 w 8040308"/>
                <a:gd name="connsiteY1" fmla="*/ 1311398 h 1311398"/>
                <a:gd name="connsiteX2" fmla="*/ 7802802 w 8040308"/>
                <a:gd name="connsiteY2" fmla="*/ 1310682 h 1311398"/>
                <a:gd name="connsiteX3" fmla="*/ 8040308 w 8040308"/>
                <a:gd name="connsiteY3" fmla="*/ 655341 h 1311398"/>
                <a:gd name="connsiteX4" fmla="*/ 7802650 w 8040308"/>
                <a:gd name="connsiteY4" fmla="*/ 0 h 1311398"/>
                <a:gd name="connsiteX5" fmla="*/ 3749 w 8040308"/>
                <a:gd name="connsiteY5" fmla="*/ 3507 h 131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40308" h="1311398">
                  <a:moveTo>
                    <a:pt x="3749" y="3507"/>
                  </a:moveTo>
                  <a:cubicBezTo>
                    <a:pt x="2499" y="439471"/>
                    <a:pt x="1250" y="875434"/>
                    <a:pt x="0" y="1311398"/>
                  </a:cubicBezTo>
                  <a:lnTo>
                    <a:pt x="7802802" y="1310682"/>
                  </a:lnTo>
                  <a:lnTo>
                    <a:pt x="8040308" y="655341"/>
                  </a:lnTo>
                  <a:lnTo>
                    <a:pt x="7802650" y="0"/>
                  </a:lnTo>
                  <a:lnTo>
                    <a:pt x="3749" y="3507"/>
                  </a:lnTo>
                  <a:close/>
                </a:path>
              </a:pathLst>
            </a:custGeom>
            <a:solidFill>
              <a:srgbClr val="F0FFAA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12" name="Freeform 11">
              <a:extLst>
                <a:ext uri="{FF2B5EF4-FFF2-40B4-BE49-F238E27FC236}">
                  <a16:creationId xmlns:a16="http://schemas.microsoft.com/office/drawing/2014/main" id="{533F99C5-FC78-0D88-8CE3-33280D6FF640}"/>
                </a:ext>
              </a:extLst>
            </p:cNvPr>
            <p:cNvSpPr/>
            <p:nvPr/>
          </p:nvSpPr>
          <p:spPr>
            <a:xfrm>
              <a:off x="8199751" y="2245018"/>
              <a:ext cx="1141669" cy="1310682"/>
            </a:xfrm>
            <a:custGeom>
              <a:avLst/>
              <a:gdLst>
                <a:gd name="connsiteX0" fmla="*/ 0 w 1141669"/>
                <a:gd name="connsiteY0" fmla="*/ 0 h 1310682"/>
                <a:gd name="connsiteX1" fmla="*/ 237506 w 1141669"/>
                <a:gd name="connsiteY1" fmla="*/ 655341 h 1310682"/>
                <a:gd name="connsiteX2" fmla="*/ 0 w 1141669"/>
                <a:gd name="connsiteY2" fmla="*/ 1310682 h 1310682"/>
                <a:gd name="connsiteX3" fmla="*/ 904011 w 1141669"/>
                <a:gd name="connsiteY3" fmla="*/ 1310682 h 1310682"/>
                <a:gd name="connsiteX4" fmla="*/ 1141669 w 1141669"/>
                <a:gd name="connsiteY4" fmla="*/ 655341 h 1310682"/>
                <a:gd name="connsiteX5" fmla="*/ 904011 w 1141669"/>
                <a:gd name="connsiteY5" fmla="*/ 0 h 1310682"/>
                <a:gd name="connsiteX6" fmla="*/ 0 w 1141669"/>
                <a:gd name="connsiteY6" fmla="*/ 0 h 1310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669" h="1310682">
                  <a:moveTo>
                    <a:pt x="0" y="0"/>
                  </a:moveTo>
                  <a:lnTo>
                    <a:pt x="237506" y="655341"/>
                  </a:lnTo>
                  <a:lnTo>
                    <a:pt x="0" y="1310682"/>
                  </a:lnTo>
                  <a:lnTo>
                    <a:pt x="904011" y="1310682"/>
                  </a:lnTo>
                  <a:lnTo>
                    <a:pt x="1141669" y="655341"/>
                  </a:lnTo>
                  <a:lnTo>
                    <a:pt x="904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FAA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13" name="Freeform 12">
              <a:extLst>
                <a:ext uri="{FF2B5EF4-FFF2-40B4-BE49-F238E27FC236}">
                  <a16:creationId xmlns:a16="http://schemas.microsoft.com/office/drawing/2014/main" id="{048CF48A-FA5C-EB27-5377-70C7ED073AD3}"/>
                </a:ext>
              </a:extLst>
            </p:cNvPr>
            <p:cNvSpPr/>
            <p:nvPr/>
          </p:nvSpPr>
          <p:spPr>
            <a:xfrm>
              <a:off x="9637239" y="2245018"/>
              <a:ext cx="1014866" cy="1310682"/>
            </a:xfrm>
            <a:custGeom>
              <a:avLst/>
              <a:gdLst>
                <a:gd name="connsiteX0" fmla="*/ 0 w 1014866"/>
                <a:gd name="connsiteY0" fmla="*/ 0 h 1310682"/>
                <a:gd name="connsiteX1" fmla="*/ 237656 w 1014866"/>
                <a:gd name="connsiteY1" fmla="*/ 655341 h 1310682"/>
                <a:gd name="connsiteX2" fmla="*/ 0 w 1014866"/>
                <a:gd name="connsiteY2" fmla="*/ 1310682 h 1310682"/>
                <a:gd name="connsiteX3" fmla="*/ 777360 w 1014866"/>
                <a:gd name="connsiteY3" fmla="*/ 1310682 h 1310682"/>
                <a:gd name="connsiteX4" fmla="*/ 1014866 w 1014866"/>
                <a:gd name="connsiteY4" fmla="*/ 655341 h 1310682"/>
                <a:gd name="connsiteX5" fmla="*/ 777208 w 1014866"/>
                <a:gd name="connsiteY5" fmla="*/ 0 h 1310682"/>
                <a:gd name="connsiteX6" fmla="*/ 0 w 1014866"/>
                <a:gd name="connsiteY6" fmla="*/ 0 h 1310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4866" h="1310682">
                  <a:moveTo>
                    <a:pt x="0" y="0"/>
                  </a:moveTo>
                  <a:lnTo>
                    <a:pt x="237656" y="655341"/>
                  </a:lnTo>
                  <a:lnTo>
                    <a:pt x="0" y="1310682"/>
                  </a:lnTo>
                  <a:lnTo>
                    <a:pt x="777360" y="1310682"/>
                  </a:lnTo>
                  <a:lnTo>
                    <a:pt x="1014866" y="655341"/>
                  </a:lnTo>
                  <a:lnTo>
                    <a:pt x="77720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FFAA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640" y="4068346"/>
            <a:ext cx="4961511" cy="792412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2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Several words of explanation, in just a line or two to elaborate on the concept.</a:t>
            </a:r>
            <a:endParaRPr lang="en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640" y="2555038"/>
            <a:ext cx="7940842" cy="776907"/>
          </a:xfrm>
        </p:spPr>
        <p:txBody>
          <a:bodyPr anchor="ctr"/>
          <a:lstStyle>
            <a:lvl1pPr algn="l">
              <a:defRPr sz="6000" b="0" i="0">
                <a:solidFill>
                  <a:schemeClr val="tx1"/>
                </a:solidFill>
                <a:latin typeface="DM Sans 14pt" pitchFamily="2" charset="77"/>
              </a:defRPr>
            </a:lvl1pPr>
          </a:lstStyle>
          <a:p>
            <a:r>
              <a:rPr lang="en-US" dirty="0"/>
              <a:t>Key word concept</a:t>
            </a:r>
            <a:endParaRPr lang="en-V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E49330EE-BA2A-B201-04CF-D5C31842D4F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2518052843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Key Word Red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7FBF8E63-7FC6-8620-B99A-CF90A9EE68E3}"/>
              </a:ext>
            </a:extLst>
          </p:cNvPr>
          <p:cNvGrpSpPr/>
          <p:nvPr userDrawn="1"/>
        </p:nvGrpSpPr>
        <p:grpSpPr>
          <a:xfrm>
            <a:off x="-1463" y="2245018"/>
            <a:ext cx="10653568" cy="1311398"/>
            <a:chOff x="-1463" y="2245018"/>
            <a:chExt cx="10653568" cy="1311398"/>
          </a:xfrm>
        </p:grpSpPr>
        <p:sp>
          <p:nvSpPr>
            <p:cNvPr id="7" name="Freeform 6">
              <a:extLst>
                <a:ext uri="{FF2B5EF4-FFF2-40B4-BE49-F238E27FC236}">
                  <a16:creationId xmlns:a16="http://schemas.microsoft.com/office/drawing/2014/main" id="{C89A18A2-4EBC-5943-8846-76CD49EA9820}"/>
                </a:ext>
              </a:extLst>
            </p:cNvPr>
            <p:cNvSpPr/>
            <p:nvPr/>
          </p:nvSpPr>
          <p:spPr>
            <a:xfrm>
              <a:off x="-1463" y="2245018"/>
              <a:ext cx="8040308" cy="1311398"/>
            </a:xfrm>
            <a:custGeom>
              <a:avLst/>
              <a:gdLst>
                <a:gd name="connsiteX0" fmla="*/ 0 w 24910629"/>
                <a:gd name="connsiteY0" fmla="*/ 0 h 1310682"/>
                <a:gd name="connsiteX1" fmla="*/ 0 w 24910629"/>
                <a:gd name="connsiteY1" fmla="*/ 1310682 h 1310682"/>
                <a:gd name="connsiteX2" fmla="*/ 24673124 w 24910629"/>
                <a:gd name="connsiteY2" fmla="*/ 1310682 h 1310682"/>
                <a:gd name="connsiteX3" fmla="*/ 24910630 w 24910629"/>
                <a:gd name="connsiteY3" fmla="*/ 655341 h 1310682"/>
                <a:gd name="connsiteX4" fmla="*/ 24672972 w 24910629"/>
                <a:gd name="connsiteY4" fmla="*/ 0 h 1310682"/>
                <a:gd name="connsiteX5" fmla="*/ 0 w 24910629"/>
                <a:gd name="connsiteY5" fmla="*/ 0 h 1310682"/>
                <a:gd name="connsiteX0" fmla="*/ 0 w 24910630"/>
                <a:gd name="connsiteY0" fmla="*/ 0 h 1310682"/>
                <a:gd name="connsiteX1" fmla="*/ 0 w 24910630"/>
                <a:gd name="connsiteY1" fmla="*/ 1310682 h 1310682"/>
                <a:gd name="connsiteX2" fmla="*/ 24673124 w 24910630"/>
                <a:gd name="connsiteY2" fmla="*/ 1310682 h 1310682"/>
                <a:gd name="connsiteX3" fmla="*/ 24910630 w 24910630"/>
                <a:gd name="connsiteY3" fmla="*/ 655341 h 1310682"/>
                <a:gd name="connsiteX4" fmla="*/ 24672972 w 24910630"/>
                <a:gd name="connsiteY4" fmla="*/ 0 h 1310682"/>
                <a:gd name="connsiteX5" fmla="*/ 16874071 w 24910630"/>
                <a:gd name="connsiteY5" fmla="*/ 3507 h 1310682"/>
                <a:gd name="connsiteX6" fmla="*/ 0 w 24910630"/>
                <a:gd name="connsiteY6" fmla="*/ 0 h 1310682"/>
                <a:gd name="connsiteX0" fmla="*/ 0 w 24910630"/>
                <a:gd name="connsiteY0" fmla="*/ 0 h 1311398"/>
                <a:gd name="connsiteX1" fmla="*/ 0 w 24910630"/>
                <a:gd name="connsiteY1" fmla="*/ 1310682 h 1311398"/>
                <a:gd name="connsiteX2" fmla="*/ 16870322 w 24910630"/>
                <a:gd name="connsiteY2" fmla="*/ 1311398 h 1311398"/>
                <a:gd name="connsiteX3" fmla="*/ 24673124 w 24910630"/>
                <a:gd name="connsiteY3" fmla="*/ 1310682 h 1311398"/>
                <a:gd name="connsiteX4" fmla="*/ 24910630 w 24910630"/>
                <a:gd name="connsiteY4" fmla="*/ 655341 h 1311398"/>
                <a:gd name="connsiteX5" fmla="*/ 24672972 w 24910630"/>
                <a:gd name="connsiteY5" fmla="*/ 0 h 1311398"/>
                <a:gd name="connsiteX6" fmla="*/ 16874071 w 24910630"/>
                <a:gd name="connsiteY6" fmla="*/ 3507 h 1311398"/>
                <a:gd name="connsiteX7" fmla="*/ 0 w 24910630"/>
                <a:gd name="connsiteY7" fmla="*/ 0 h 1311398"/>
                <a:gd name="connsiteX0" fmla="*/ 0 w 24910630"/>
                <a:gd name="connsiteY0" fmla="*/ 0 h 1311398"/>
                <a:gd name="connsiteX1" fmla="*/ 16870322 w 24910630"/>
                <a:gd name="connsiteY1" fmla="*/ 1311398 h 1311398"/>
                <a:gd name="connsiteX2" fmla="*/ 24673124 w 24910630"/>
                <a:gd name="connsiteY2" fmla="*/ 1310682 h 1311398"/>
                <a:gd name="connsiteX3" fmla="*/ 24910630 w 24910630"/>
                <a:gd name="connsiteY3" fmla="*/ 655341 h 1311398"/>
                <a:gd name="connsiteX4" fmla="*/ 24672972 w 24910630"/>
                <a:gd name="connsiteY4" fmla="*/ 0 h 1311398"/>
                <a:gd name="connsiteX5" fmla="*/ 16874071 w 24910630"/>
                <a:gd name="connsiteY5" fmla="*/ 3507 h 1311398"/>
                <a:gd name="connsiteX6" fmla="*/ 0 w 24910630"/>
                <a:gd name="connsiteY6" fmla="*/ 0 h 1311398"/>
                <a:gd name="connsiteX0" fmla="*/ 3749 w 8040308"/>
                <a:gd name="connsiteY0" fmla="*/ 3507 h 1311398"/>
                <a:gd name="connsiteX1" fmla="*/ 0 w 8040308"/>
                <a:gd name="connsiteY1" fmla="*/ 1311398 h 1311398"/>
                <a:gd name="connsiteX2" fmla="*/ 7802802 w 8040308"/>
                <a:gd name="connsiteY2" fmla="*/ 1310682 h 1311398"/>
                <a:gd name="connsiteX3" fmla="*/ 8040308 w 8040308"/>
                <a:gd name="connsiteY3" fmla="*/ 655341 h 1311398"/>
                <a:gd name="connsiteX4" fmla="*/ 7802650 w 8040308"/>
                <a:gd name="connsiteY4" fmla="*/ 0 h 1311398"/>
                <a:gd name="connsiteX5" fmla="*/ 3749 w 8040308"/>
                <a:gd name="connsiteY5" fmla="*/ 3507 h 131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40308" h="1311398">
                  <a:moveTo>
                    <a:pt x="3749" y="3507"/>
                  </a:moveTo>
                  <a:cubicBezTo>
                    <a:pt x="2499" y="439471"/>
                    <a:pt x="1250" y="875434"/>
                    <a:pt x="0" y="1311398"/>
                  </a:cubicBezTo>
                  <a:lnTo>
                    <a:pt x="7802802" y="1310682"/>
                  </a:lnTo>
                  <a:lnTo>
                    <a:pt x="8040308" y="655341"/>
                  </a:lnTo>
                  <a:lnTo>
                    <a:pt x="7802650" y="0"/>
                  </a:lnTo>
                  <a:lnTo>
                    <a:pt x="3749" y="3507"/>
                  </a:lnTo>
                  <a:close/>
                </a:path>
              </a:pathLst>
            </a:custGeom>
            <a:solidFill>
              <a:schemeClr val="accent6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984F8F60-2FFC-AFA0-92BE-06F7ECB89343}"/>
                </a:ext>
              </a:extLst>
            </p:cNvPr>
            <p:cNvSpPr/>
            <p:nvPr/>
          </p:nvSpPr>
          <p:spPr>
            <a:xfrm>
              <a:off x="8199751" y="2245018"/>
              <a:ext cx="1141669" cy="1310682"/>
            </a:xfrm>
            <a:custGeom>
              <a:avLst/>
              <a:gdLst>
                <a:gd name="connsiteX0" fmla="*/ 0 w 1141669"/>
                <a:gd name="connsiteY0" fmla="*/ 0 h 1310682"/>
                <a:gd name="connsiteX1" fmla="*/ 237506 w 1141669"/>
                <a:gd name="connsiteY1" fmla="*/ 655341 h 1310682"/>
                <a:gd name="connsiteX2" fmla="*/ 0 w 1141669"/>
                <a:gd name="connsiteY2" fmla="*/ 1310682 h 1310682"/>
                <a:gd name="connsiteX3" fmla="*/ 904011 w 1141669"/>
                <a:gd name="connsiteY3" fmla="*/ 1310682 h 1310682"/>
                <a:gd name="connsiteX4" fmla="*/ 1141669 w 1141669"/>
                <a:gd name="connsiteY4" fmla="*/ 655341 h 1310682"/>
                <a:gd name="connsiteX5" fmla="*/ 904011 w 1141669"/>
                <a:gd name="connsiteY5" fmla="*/ 0 h 1310682"/>
                <a:gd name="connsiteX6" fmla="*/ 0 w 1141669"/>
                <a:gd name="connsiteY6" fmla="*/ 0 h 1310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669" h="1310682">
                  <a:moveTo>
                    <a:pt x="0" y="0"/>
                  </a:moveTo>
                  <a:lnTo>
                    <a:pt x="237506" y="655341"/>
                  </a:lnTo>
                  <a:lnTo>
                    <a:pt x="0" y="1310682"/>
                  </a:lnTo>
                  <a:lnTo>
                    <a:pt x="904011" y="1310682"/>
                  </a:lnTo>
                  <a:lnTo>
                    <a:pt x="1141669" y="655341"/>
                  </a:lnTo>
                  <a:lnTo>
                    <a:pt x="904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083EA6EE-9BB4-72AE-E273-346F0B691C99}"/>
                </a:ext>
              </a:extLst>
            </p:cNvPr>
            <p:cNvSpPr/>
            <p:nvPr/>
          </p:nvSpPr>
          <p:spPr>
            <a:xfrm>
              <a:off x="9637239" y="2245018"/>
              <a:ext cx="1014866" cy="1310682"/>
            </a:xfrm>
            <a:custGeom>
              <a:avLst/>
              <a:gdLst>
                <a:gd name="connsiteX0" fmla="*/ 0 w 1014866"/>
                <a:gd name="connsiteY0" fmla="*/ 0 h 1310682"/>
                <a:gd name="connsiteX1" fmla="*/ 237656 w 1014866"/>
                <a:gd name="connsiteY1" fmla="*/ 655341 h 1310682"/>
                <a:gd name="connsiteX2" fmla="*/ 0 w 1014866"/>
                <a:gd name="connsiteY2" fmla="*/ 1310682 h 1310682"/>
                <a:gd name="connsiteX3" fmla="*/ 777360 w 1014866"/>
                <a:gd name="connsiteY3" fmla="*/ 1310682 h 1310682"/>
                <a:gd name="connsiteX4" fmla="*/ 1014866 w 1014866"/>
                <a:gd name="connsiteY4" fmla="*/ 655341 h 1310682"/>
                <a:gd name="connsiteX5" fmla="*/ 777208 w 1014866"/>
                <a:gd name="connsiteY5" fmla="*/ 0 h 1310682"/>
                <a:gd name="connsiteX6" fmla="*/ 0 w 1014866"/>
                <a:gd name="connsiteY6" fmla="*/ 0 h 1310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4866" h="1310682">
                  <a:moveTo>
                    <a:pt x="0" y="0"/>
                  </a:moveTo>
                  <a:lnTo>
                    <a:pt x="237656" y="655341"/>
                  </a:lnTo>
                  <a:lnTo>
                    <a:pt x="0" y="1310682"/>
                  </a:lnTo>
                  <a:lnTo>
                    <a:pt x="777360" y="1310682"/>
                  </a:lnTo>
                  <a:lnTo>
                    <a:pt x="1014866" y="655341"/>
                  </a:lnTo>
                  <a:lnTo>
                    <a:pt x="77720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6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640" y="4068346"/>
            <a:ext cx="4961511" cy="792412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2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Several words of explanation, in just a line or two to elaborate on the concept.</a:t>
            </a:r>
            <a:endParaRPr lang="en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640" y="2555038"/>
            <a:ext cx="7940842" cy="776907"/>
          </a:xfrm>
        </p:spPr>
        <p:txBody>
          <a:bodyPr anchor="ctr"/>
          <a:lstStyle>
            <a:lvl1pPr algn="l">
              <a:defRPr sz="6000" b="0" i="0">
                <a:solidFill>
                  <a:schemeClr val="tx1"/>
                </a:solidFill>
                <a:latin typeface="DM Sans 14pt" pitchFamily="2" charset="77"/>
              </a:defRPr>
            </a:lvl1pPr>
          </a:lstStyle>
          <a:p>
            <a:r>
              <a:rPr lang="en-US" dirty="0"/>
              <a:t>Key word concept</a:t>
            </a:r>
            <a:endParaRPr lang="en-VN"/>
          </a:p>
        </p:txBody>
      </p:sp>
      <p:sp>
        <p:nvSpPr>
          <p:cNvPr id="5" name="Slide Number Placeholder 5">
            <a:extLst>
              <a:ext uri="{FF2B5EF4-FFF2-40B4-BE49-F238E27FC236}">
                <a16:creationId xmlns:a16="http://schemas.microsoft.com/office/drawing/2014/main" id="{DC6149BD-9F5E-25A4-C464-3108B6F247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1425489987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5_Key Word Green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CE5B2E9-A46D-9783-3742-D4670EDEF551}"/>
              </a:ext>
            </a:extLst>
          </p:cNvPr>
          <p:cNvGrpSpPr/>
          <p:nvPr userDrawn="1"/>
        </p:nvGrpSpPr>
        <p:grpSpPr>
          <a:xfrm>
            <a:off x="-1463" y="2245018"/>
            <a:ext cx="10653568" cy="1311398"/>
            <a:chOff x="-1463" y="2245018"/>
            <a:chExt cx="10653568" cy="1311398"/>
          </a:xfrm>
        </p:grpSpPr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92FB5F9C-2B7B-9DF7-4F63-593152277F2F}"/>
                </a:ext>
              </a:extLst>
            </p:cNvPr>
            <p:cNvSpPr/>
            <p:nvPr/>
          </p:nvSpPr>
          <p:spPr>
            <a:xfrm>
              <a:off x="-1463" y="2245018"/>
              <a:ext cx="8040308" cy="1311398"/>
            </a:xfrm>
            <a:custGeom>
              <a:avLst/>
              <a:gdLst>
                <a:gd name="connsiteX0" fmla="*/ 0 w 24910629"/>
                <a:gd name="connsiteY0" fmla="*/ 0 h 1310682"/>
                <a:gd name="connsiteX1" fmla="*/ 0 w 24910629"/>
                <a:gd name="connsiteY1" fmla="*/ 1310682 h 1310682"/>
                <a:gd name="connsiteX2" fmla="*/ 24673124 w 24910629"/>
                <a:gd name="connsiteY2" fmla="*/ 1310682 h 1310682"/>
                <a:gd name="connsiteX3" fmla="*/ 24910630 w 24910629"/>
                <a:gd name="connsiteY3" fmla="*/ 655341 h 1310682"/>
                <a:gd name="connsiteX4" fmla="*/ 24672972 w 24910629"/>
                <a:gd name="connsiteY4" fmla="*/ 0 h 1310682"/>
                <a:gd name="connsiteX5" fmla="*/ 0 w 24910629"/>
                <a:gd name="connsiteY5" fmla="*/ 0 h 1310682"/>
                <a:gd name="connsiteX0" fmla="*/ 0 w 24910630"/>
                <a:gd name="connsiteY0" fmla="*/ 0 h 1310682"/>
                <a:gd name="connsiteX1" fmla="*/ 0 w 24910630"/>
                <a:gd name="connsiteY1" fmla="*/ 1310682 h 1310682"/>
                <a:gd name="connsiteX2" fmla="*/ 24673124 w 24910630"/>
                <a:gd name="connsiteY2" fmla="*/ 1310682 h 1310682"/>
                <a:gd name="connsiteX3" fmla="*/ 24910630 w 24910630"/>
                <a:gd name="connsiteY3" fmla="*/ 655341 h 1310682"/>
                <a:gd name="connsiteX4" fmla="*/ 24672972 w 24910630"/>
                <a:gd name="connsiteY4" fmla="*/ 0 h 1310682"/>
                <a:gd name="connsiteX5" fmla="*/ 16874071 w 24910630"/>
                <a:gd name="connsiteY5" fmla="*/ 3507 h 1310682"/>
                <a:gd name="connsiteX6" fmla="*/ 0 w 24910630"/>
                <a:gd name="connsiteY6" fmla="*/ 0 h 1310682"/>
                <a:gd name="connsiteX0" fmla="*/ 0 w 24910630"/>
                <a:gd name="connsiteY0" fmla="*/ 0 h 1311398"/>
                <a:gd name="connsiteX1" fmla="*/ 0 w 24910630"/>
                <a:gd name="connsiteY1" fmla="*/ 1310682 h 1311398"/>
                <a:gd name="connsiteX2" fmla="*/ 16870322 w 24910630"/>
                <a:gd name="connsiteY2" fmla="*/ 1311398 h 1311398"/>
                <a:gd name="connsiteX3" fmla="*/ 24673124 w 24910630"/>
                <a:gd name="connsiteY3" fmla="*/ 1310682 h 1311398"/>
                <a:gd name="connsiteX4" fmla="*/ 24910630 w 24910630"/>
                <a:gd name="connsiteY4" fmla="*/ 655341 h 1311398"/>
                <a:gd name="connsiteX5" fmla="*/ 24672972 w 24910630"/>
                <a:gd name="connsiteY5" fmla="*/ 0 h 1311398"/>
                <a:gd name="connsiteX6" fmla="*/ 16874071 w 24910630"/>
                <a:gd name="connsiteY6" fmla="*/ 3507 h 1311398"/>
                <a:gd name="connsiteX7" fmla="*/ 0 w 24910630"/>
                <a:gd name="connsiteY7" fmla="*/ 0 h 1311398"/>
                <a:gd name="connsiteX0" fmla="*/ 0 w 24910630"/>
                <a:gd name="connsiteY0" fmla="*/ 0 h 1311398"/>
                <a:gd name="connsiteX1" fmla="*/ 16870322 w 24910630"/>
                <a:gd name="connsiteY1" fmla="*/ 1311398 h 1311398"/>
                <a:gd name="connsiteX2" fmla="*/ 24673124 w 24910630"/>
                <a:gd name="connsiteY2" fmla="*/ 1310682 h 1311398"/>
                <a:gd name="connsiteX3" fmla="*/ 24910630 w 24910630"/>
                <a:gd name="connsiteY3" fmla="*/ 655341 h 1311398"/>
                <a:gd name="connsiteX4" fmla="*/ 24672972 w 24910630"/>
                <a:gd name="connsiteY4" fmla="*/ 0 h 1311398"/>
                <a:gd name="connsiteX5" fmla="*/ 16874071 w 24910630"/>
                <a:gd name="connsiteY5" fmla="*/ 3507 h 1311398"/>
                <a:gd name="connsiteX6" fmla="*/ 0 w 24910630"/>
                <a:gd name="connsiteY6" fmla="*/ 0 h 1311398"/>
                <a:gd name="connsiteX0" fmla="*/ 3749 w 8040308"/>
                <a:gd name="connsiteY0" fmla="*/ 3507 h 1311398"/>
                <a:gd name="connsiteX1" fmla="*/ 0 w 8040308"/>
                <a:gd name="connsiteY1" fmla="*/ 1311398 h 1311398"/>
                <a:gd name="connsiteX2" fmla="*/ 7802802 w 8040308"/>
                <a:gd name="connsiteY2" fmla="*/ 1310682 h 1311398"/>
                <a:gd name="connsiteX3" fmla="*/ 8040308 w 8040308"/>
                <a:gd name="connsiteY3" fmla="*/ 655341 h 1311398"/>
                <a:gd name="connsiteX4" fmla="*/ 7802650 w 8040308"/>
                <a:gd name="connsiteY4" fmla="*/ 0 h 1311398"/>
                <a:gd name="connsiteX5" fmla="*/ 3749 w 8040308"/>
                <a:gd name="connsiteY5" fmla="*/ 3507 h 13113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8040308" h="1311398">
                  <a:moveTo>
                    <a:pt x="3749" y="3507"/>
                  </a:moveTo>
                  <a:cubicBezTo>
                    <a:pt x="2499" y="439471"/>
                    <a:pt x="1250" y="875434"/>
                    <a:pt x="0" y="1311398"/>
                  </a:cubicBezTo>
                  <a:lnTo>
                    <a:pt x="7802802" y="1310682"/>
                  </a:lnTo>
                  <a:lnTo>
                    <a:pt x="8040308" y="655341"/>
                  </a:lnTo>
                  <a:lnTo>
                    <a:pt x="7802650" y="0"/>
                  </a:lnTo>
                  <a:lnTo>
                    <a:pt x="3749" y="3507"/>
                  </a:lnTo>
                  <a:close/>
                </a:path>
              </a:pathLst>
            </a:custGeom>
            <a:solidFill>
              <a:schemeClr val="accent4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 dirty="0"/>
            </a:p>
          </p:txBody>
        </p:sp>
        <p:sp>
          <p:nvSpPr>
            <p:cNvPr id="8" name="Freeform 7">
              <a:extLst>
                <a:ext uri="{FF2B5EF4-FFF2-40B4-BE49-F238E27FC236}">
                  <a16:creationId xmlns:a16="http://schemas.microsoft.com/office/drawing/2014/main" id="{C84D6044-C2DA-FF72-5DF5-5861F0DCAC7C}"/>
                </a:ext>
              </a:extLst>
            </p:cNvPr>
            <p:cNvSpPr/>
            <p:nvPr/>
          </p:nvSpPr>
          <p:spPr>
            <a:xfrm>
              <a:off x="8199751" y="2245018"/>
              <a:ext cx="1141669" cy="1310682"/>
            </a:xfrm>
            <a:custGeom>
              <a:avLst/>
              <a:gdLst>
                <a:gd name="connsiteX0" fmla="*/ 0 w 1141669"/>
                <a:gd name="connsiteY0" fmla="*/ 0 h 1310682"/>
                <a:gd name="connsiteX1" fmla="*/ 237506 w 1141669"/>
                <a:gd name="connsiteY1" fmla="*/ 655341 h 1310682"/>
                <a:gd name="connsiteX2" fmla="*/ 0 w 1141669"/>
                <a:gd name="connsiteY2" fmla="*/ 1310682 h 1310682"/>
                <a:gd name="connsiteX3" fmla="*/ 904011 w 1141669"/>
                <a:gd name="connsiteY3" fmla="*/ 1310682 h 1310682"/>
                <a:gd name="connsiteX4" fmla="*/ 1141669 w 1141669"/>
                <a:gd name="connsiteY4" fmla="*/ 655341 h 1310682"/>
                <a:gd name="connsiteX5" fmla="*/ 904011 w 1141669"/>
                <a:gd name="connsiteY5" fmla="*/ 0 h 1310682"/>
                <a:gd name="connsiteX6" fmla="*/ 0 w 1141669"/>
                <a:gd name="connsiteY6" fmla="*/ 0 h 1310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141669" h="1310682">
                  <a:moveTo>
                    <a:pt x="0" y="0"/>
                  </a:moveTo>
                  <a:lnTo>
                    <a:pt x="237506" y="655341"/>
                  </a:lnTo>
                  <a:lnTo>
                    <a:pt x="0" y="1310682"/>
                  </a:lnTo>
                  <a:lnTo>
                    <a:pt x="904011" y="1310682"/>
                  </a:lnTo>
                  <a:lnTo>
                    <a:pt x="1141669" y="655341"/>
                  </a:lnTo>
                  <a:lnTo>
                    <a:pt x="904011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9" name="Freeform 8">
              <a:extLst>
                <a:ext uri="{FF2B5EF4-FFF2-40B4-BE49-F238E27FC236}">
                  <a16:creationId xmlns:a16="http://schemas.microsoft.com/office/drawing/2014/main" id="{D9682199-EB73-3691-13F8-60BBC2041B06}"/>
                </a:ext>
              </a:extLst>
            </p:cNvPr>
            <p:cNvSpPr/>
            <p:nvPr/>
          </p:nvSpPr>
          <p:spPr>
            <a:xfrm>
              <a:off x="9637239" y="2245018"/>
              <a:ext cx="1014866" cy="1310682"/>
            </a:xfrm>
            <a:custGeom>
              <a:avLst/>
              <a:gdLst>
                <a:gd name="connsiteX0" fmla="*/ 0 w 1014866"/>
                <a:gd name="connsiteY0" fmla="*/ 0 h 1310682"/>
                <a:gd name="connsiteX1" fmla="*/ 237656 w 1014866"/>
                <a:gd name="connsiteY1" fmla="*/ 655341 h 1310682"/>
                <a:gd name="connsiteX2" fmla="*/ 0 w 1014866"/>
                <a:gd name="connsiteY2" fmla="*/ 1310682 h 1310682"/>
                <a:gd name="connsiteX3" fmla="*/ 777360 w 1014866"/>
                <a:gd name="connsiteY3" fmla="*/ 1310682 h 1310682"/>
                <a:gd name="connsiteX4" fmla="*/ 1014866 w 1014866"/>
                <a:gd name="connsiteY4" fmla="*/ 655341 h 1310682"/>
                <a:gd name="connsiteX5" fmla="*/ 777208 w 1014866"/>
                <a:gd name="connsiteY5" fmla="*/ 0 h 1310682"/>
                <a:gd name="connsiteX6" fmla="*/ 0 w 1014866"/>
                <a:gd name="connsiteY6" fmla="*/ 0 h 131068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014866" h="1310682">
                  <a:moveTo>
                    <a:pt x="0" y="0"/>
                  </a:moveTo>
                  <a:lnTo>
                    <a:pt x="237656" y="655341"/>
                  </a:lnTo>
                  <a:lnTo>
                    <a:pt x="0" y="1310682"/>
                  </a:lnTo>
                  <a:lnTo>
                    <a:pt x="777360" y="1310682"/>
                  </a:lnTo>
                  <a:lnTo>
                    <a:pt x="1014866" y="655341"/>
                  </a:lnTo>
                  <a:lnTo>
                    <a:pt x="777208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4"/>
            </a:solidFill>
            <a:ln w="15186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3" name="Subtitle 2">
            <a:extLst>
              <a:ext uri="{FF2B5EF4-FFF2-40B4-BE49-F238E27FC236}">
                <a16:creationId xmlns:a16="http://schemas.microsoft.com/office/drawing/2014/main" id="{C6B68CF1-03DE-B6C2-3CCB-B8F42EAB8650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48640" y="4068346"/>
            <a:ext cx="4961511" cy="792412"/>
          </a:xfrm>
        </p:spPr>
        <p:txBody>
          <a:bodyPr/>
          <a:lstStyle>
            <a:lvl1pPr marL="0" indent="0" algn="l">
              <a:buNone/>
              <a:defRPr sz="2000" b="0" i="0">
                <a:solidFill>
                  <a:schemeClr val="tx2"/>
                </a:solidFill>
                <a:latin typeface="DM Sans 14pt" pitchFamily="2" charset="7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Several words of explanation, in just a line or two to elaborate on the concept.</a:t>
            </a:r>
            <a:endParaRPr lang="en-VN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A709771-487F-F4EB-2FA0-88E61B8F16EC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548640" y="2555038"/>
            <a:ext cx="7940842" cy="776907"/>
          </a:xfrm>
        </p:spPr>
        <p:txBody>
          <a:bodyPr anchor="ctr"/>
          <a:lstStyle>
            <a:lvl1pPr algn="l">
              <a:defRPr sz="6000" b="0" i="0">
                <a:solidFill>
                  <a:schemeClr val="tx1"/>
                </a:solidFill>
                <a:latin typeface="DM Sans 14pt" pitchFamily="2" charset="77"/>
              </a:defRPr>
            </a:lvl1pPr>
          </a:lstStyle>
          <a:p>
            <a:r>
              <a:rPr lang="en-US" dirty="0"/>
              <a:t>Key word concept</a:t>
            </a:r>
            <a:endParaRPr lang="en-VN"/>
          </a:p>
        </p:txBody>
      </p:sp>
      <p:sp>
        <p:nvSpPr>
          <p:cNvPr id="4" name="Slide Number Placeholder 5">
            <a:extLst>
              <a:ext uri="{FF2B5EF4-FFF2-40B4-BE49-F238E27FC236}">
                <a16:creationId xmlns:a16="http://schemas.microsoft.com/office/drawing/2014/main" id="{2FF4847A-7BFE-90A6-48D9-EF57413C2C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/>
          <a:lstStyle>
            <a:lvl1pPr>
              <a:defRPr sz="1000">
                <a:solidFill>
                  <a:schemeClr val="bg2"/>
                </a:solidFill>
                <a:latin typeface=""/>
              </a:defRPr>
            </a:lvl1pPr>
          </a:lstStyle>
          <a:p>
            <a:fld id="{13BBD56E-6897-5D4D-99CB-582A4191EEAB}" type="slidenum">
              <a:rPr lang="en-VN" smtClean="0"/>
              <a:pPr/>
              <a:t>‹#›</a:t>
            </a:fld>
            <a:endParaRPr lang="en-VN"/>
          </a:p>
        </p:txBody>
      </p:sp>
    </p:spTree>
    <p:extLst>
      <p:ext uri="{BB962C8B-B14F-4D97-AF65-F5344CB8AC3E}">
        <p14:creationId xmlns:p14="http://schemas.microsoft.com/office/powerpoint/2010/main" val="3097625998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6_Stat Blue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AED4F3-B09B-D753-DC90-9680088413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3437" y="1573143"/>
            <a:ext cx="5008636" cy="2044700"/>
          </a:xfrm>
        </p:spPr>
        <p:txBody>
          <a:bodyPr anchor="b"/>
          <a:lstStyle>
            <a:lvl1pPr>
              <a:defRPr sz="14000" b="1" spc="-500" baseline="0">
                <a:solidFill>
                  <a:schemeClr val="accent1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5CC2007-9404-6426-9DBF-BBE040920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 vert="horz" lIns="91440" tIns="45720" rIns="91440" bIns="45720" rtlCol="0" anchor="ctr"/>
          <a:lstStyle>
            <a:lvl1pPr>
              <a:defRPr lang="en-US" sz="1000" smtClean="0">
                <a:solidFill>
                  <a:schemeClr val="tx1"/>
                </a:solidFill>
              </a:defRPr>
            </a:lvl1pPr>
          </a:lstStyle>
          <a:p>
            <a:fld id="{13BBD56E-6897-5D4D-99CB-582A4191EEAB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A57A4AD-3979-C17C-E903-EF65295854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92FFF180-4B79-CF4A-8D01-45A981416AA3}"/>
              </a:ext>
            </a:extLst>
          </p:cNvPr>
          <p:cNvGrpSpPr/>
          <p:nvPr userDrawn="1"/>
        </p:nvGrpSpPr>
        <p:grpSpPr>
          <a:xfrm>
            <a:off x="644796" y="2116806"/>
            <a:ext cx="1064291" cy="955705"/>
            <a:chOff x="644796" y="2233378"/>
            <a:chExt cx="1064291" cy="955705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A8F6364-92FB-1658-9FE9-244B7C100848}"/>
                </a:ext>
              </a:extLst>
            </p:cNvPr>
            <p:cNvSpPr/>
            <p:nvPr userDrawn="1"/>
          </p:nvSpPr>
          <p:spPr>
            <a:xfrm>
              <a:off x="1246680" y="2233378"/>
              <a:ext cx="462407" cy="955705"/>
            </a:xfrm>
            <a:custGeom>
              <a:avLst/>
              <a:gdLst>
                <a:gd name="connsiteX0" fmla="*/ 0 w 462407"/>
                <a:gd name="connsiteY0" fmla="*/ 0 h 955705"/>
                <a:gd name="connsiteX1" fmla="*/ 173180 w 462407"/>
                <a:gd name="connsiteY1" fmla="*/ 477853 h 955705"/>
                <a:gd name="connsiteX2" fmla="*/ 0 w 462407"/>
                <a:gd name="connsiteY2" fmla="*/ 955706 h 955705"/>
                <a:gd name="connsiteX3" fmla="*/ 289114 w 462407"/>
                <a:gd name="connsiteY3" fmla="*/ 955706 h 955705"/>
                <a:gd name="connsiteX4" fmla="*/ 462408 w 462407"/>
                <a:gd name="connsiteY4" fmla="*/ 477853 h 955705"/>
                <a:gd name="connsiteX5" fmla="*/ 289114 w 462407"/>
                <a:gd name="connsiteY5" fmla="*/ 0 h 955705"/>
                <a:gd name="connsiteX6" fmla="*/ 0 w 462407"/>
                <a:gd name="connsiteY6" fmla="*/ 0 h 955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2407" h="955705">
                  <a:moveTo>
                    <a:pt x="0" y="0"/>
                  </a:moveTo>
                  <a:lnTo>
                    <a:pt x="173180" y="477853"/>
                  </a:lnTo>
                  <a:lnTo>
                    <a:pt x="0" y="955706"/>
                  </a:lnTo>
                  <a:lnTo>
                    <a:pt x="289114" y="955706"/>
                  </a:lnTo>
                  <a:lnTo>
                    <a:pt x="462408" y="477853"/>
                  </a:lnTo>
                  <a:lnTo>
                    <a:pt x="28911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CBA6F6BA-63FD-28E2-CE0B-FB1460D14A83}"/>
                </a:ext>
              </a:extLst>
            </p:cNvPr>
            <p:cNvSpPr/>
            <p:nvPr userDrawn="1"/>
          </p:nvSpPr>
          <p:spPr>
            <a:xfrm>
              <a:off x="644796" y="2233378"/>
              <a:ext cx="462407" cy="955705"/>
            </a:xfrm>
            <a:custGeom>
              <a:avLst/>
              <a:gdLst>
                <a:gd name="connsiteX0" fmla="*/ 0 w 462407"/>
                <a:gd name="connsiteY0" fmla="*/ 0 h 955705"/>
                <a:gd name="connsiteX1" fmla="*/ 173180 w 462407"/>
                <a:gd name="connsiteY1" fmla="*/ 477853 h 955705"/>
                <a:gd name="connsiteX2" fmla="*/ 0 w 462407"/>
                <a:gd name="connsiteY2" fmla="*/ 955706 h 955705"/>
                <a:gd name="connsiteX3" fmla="*/ 289114 w 462407"/>
                <a:gd name="connsiteY3" fmla="*/ 955706 h 955705"/>
                <a:gd name="connsiteX4" fmla="*/ 462408 w 462407"/>
                <a:gd name="connsiteY4" fmla="*/ 477853 h 955705"/>
                <a:gd name="connsiteX5" fmla="*/ 289114 w 462407"/>
                <a:gd name="connsiteY5" fmla="*/ 0 h 955705"/>
                <a:gd name="connsiteX6" fmla="*/ 0 w 462407"/>
                <a:gd name="connsiteY6" fmla="*/ 0 h 955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2407" h="955705">
                  <a:moveTo>
                    <a:pt x="0" y="0"/>
                  </a:moveTo>
                  <a:lnTo>
                    <a:pt x="173180" y="477853"/>
                  </a:lnTo>
                  <a:lnTo>
                    <a:pt x="0" y="955706"/>
                  </a:lnTo>
                  <a:lnTo>
                    <a:pt x="289114" y="955706"/>
                  </a:lnTo>
                  <a:lnTo>
                    <a:pt x="462408" y="477853"/>
                  </a:lnTo>
                  <a:lnTo>
                    <a:pt x="28911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 w="25400" cap="flat">
              <a:solidFill>
                <a:schemeClr val="accent1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003C39B-CDEF-F90D-75EF-DED6DE25DD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1990" y="3401568"/>
            <a:ext cx="6400800" cy="1828800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46315916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Stat Red"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15AED4F3-B09B-D753-DC90-9680088413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2223437" y="1573143"/>
            <a:ext cx="5008636" cy="2044700"/>
          </a:xfrm>
        </p:spPr>
        <p:txBody>
          <a:bodyPr anchor="b"/>
          <a:lstStyle>
            <a:lvl1pPr>
              <a:defRPr sz="14000" b="1" spc="-500" baseline="0">
                <a:solidFill>
                  <a:schemeClr val="accent5"/>
                </a:solidFill>
              </a:defRPr>
            </a:lvl1pPr>
          </a:lstStyle>
          <a:p>
            <a:pPr lvl="0"/>
            <a:r>
              <a:rPr lang="en-US" dirty="0"/>
              <a:t>XX%</a:t>
            </a:r>
          </a:p>
        </p:txBody>
      </p: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85CC2007-9404-6426-9DBF-BBE040920D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 vert="horz" lIns="91440" tIns="45720" rIns="91440" bIns="45720" rtlCol="0" anchor="ctr"/>
          <a:lstStyle>
            <a:lvl1pPr>
              <a:defRPr lang="en-US" sz="1000" smtClean="0">
                <a:solidFill>
                  <a:schemeClr val="tx1"/>
                </a:solidFill>
              </a:defRPr>
            </a:lvl1pPr>
          </a:lstStyle>
          <a:p>
            <a:fld id="{13BBD56E-6897-5D4D-99CB-582A4191EEAB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A57A4AD-3979-C17C-E903-EF652958544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0" y="6501384"/>
            <a:ext cx="11109960" cy="354902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92FFF180-4B79-CF4A-8D01-45A981416AA3}"/>
              </a:ext>
            </a:extLst>
          </p:cNvPr>
          <p:cNvGrpSpPr/>
          <p:nvPr userDrawn="1"/>
        </p:nvGrpSpPr>
        <p:grpSpPr>
          <a:xfrm>
            <a:off x="644796" y="2116806"/>
            <a:ext cx="1064291" cy="955705"/>
            <a:chOff x="644796" y="2233378"/>
            <a:chExt cx="1064291" cy="955705"/>
          </a:xfrm>
        </p:grpSpPr>
        <p:sp>
          <p:nvSpPr>
            <p:cNvPr id="21" name="Freeform 20">
              <a:extLst>
                <a:ext uri="{FF2B5EF4-FFF2-40B4-BE49-F238E27FC236}">
                  <a16:creationId xmlns:a16="http://schemas.microsoft.com/office/drawing/2014/main" id="{7A8F6364-92FB-1658-9FE9-244B7C100848}"/>
                </a:ext>
              </a:extLst>
            </p:cNvPr>
            <p:cNvSpPr/>
            <p:nvPr userDrawn="1"/>
          </p:nvSpPr>
          <p:spPr>
            <a:xfrm>
              <a:off x="1246680" y="2233378"/>
              <a:ext cx="462407" cy="955705"/>
            </a:xfrm>
            <a:custGeom>
              <a:avLst/>
              <a:gdLst>
                <a:gd name="connsiteX0" fmla="*/ 0 w 462407"/>
                <a:gd name="connsiteY0" fmla="*/ 0 h 955705"/>
                <a:gd name="connsiteX1" fmla="*/ 173180 w 462407"/>
                <a:gd name="connsiteY1" fmla="*/ 477853 h 955705"/>
                <a:gd name="connsiteX2" fmla="*/ 0 w 462407"/>
                <a:gd name="connsiteY2" fmla="*/ 955706 h 955705"/>
                <a:gd name="connsiteX3" fmla="*/ 289114 w 462407"/>
                <a:gd name="connsiteY3" fmla="*/ 955706 h 955705"/>
                <a:gd name="connsiteX4" fmla="*/ 462408 w 462407"/>
                <a:gd name="connsiteY4" fmla="*/ 477853 h 955705"/>
                <a:gd name="connsiteX5" fmla="*/ 289114 w 462407"/>
                <a:gd name="connsiteY5" fmla="*/ 0 h 955705"/>
                <a:gd name="connsiteX6" fmla="*/ 0 w 462407"/>
                <a:gd name="connsiteY6" fmla="*/ 0 h 955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2407" h="955705">
                  <a:moveTo>
                    <a:pt x="0" y="0"/>
                  </a:moveTo>
                  <a:lnTo>
                    <a:pt x="173180" y="477853"/>
                  </a:lnTo>
                  <a:lnTo>
                    <a:pt x="0" y="955706"/>
                  </a:lnTo>
                  <a:lnTo>
                    <a:pt x="289114" y="955706"/>
                  </a:lnTo>
                  <a:lnTo>
                    <a:pt x="462408" y="477853"/>
                  </a:lnTo>
                  <a:lnTo>
                    <a:pt x="28911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254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  <p:sp>
          <p:nvSpPr>
            <p:cNvPr id="22" name="Freeform 21">
              <a:extLst>
                <a:ext uri="{FF2B5EF4-FFF2-40B4-BE49-F238E27FC236}">
                  <a16:creationId xmlns:a16="http://schemas.microsoft.com/office/drawing/2014/main" id="{CBA6F6BA-63FD-28E2-CE0B-FB1460D14A83}"/>
                </a:ext>
              </a:extLst>
            </p:cNvPr>
            <p:cNvSpPr/>
            <p:nvPr userDrawn="1"/>
          </p:nvSpPr>
          <p:spPr>
            <a:xfrm>
              <a:off x="644796" y="2233378"/>
              <a:ext cx="462407" cy="955705"/>
            </a:xfrm>
            <a:custGeom>
              <a:avLst/>
              <a:gdLst>
                <a:gd name="connsiteX0" fmla="*/ 0 w 462407"/>
                <a:gd name="connsiteY0" fmla="*/ 0 h 955705"/>
                <a:gd name="connsiteX1" fmla="*/ 173180 w 462407"/>
                <a:gd name="connsiteY1" fmla="*/ 477853 h 955705"/>
                <a:gd name="connsiteX2" fmla="*/ 0 w 462407"/>
                <a:gd name="connsiteY2" fmla="*/ 955706 h 955705"/>
                <a:gd name="connsiteX3" fmla="*/ 289114 w 462407"/>
                <a:gd name="connsiteY3" fmla="*/ 955706 h 955705"/>
                <a:gd name="connsiteX4" fmla="*/ 462408 w 462407"/>
                <a:gd name="connsiteY4" fmla="*/ 477853 h 955705"/>
                <a:gd name="connsiteX5" fmla="*/ 289114 w 462407"/>
                <a:gd name="connsiteY5" fmla="*/ 0 h 955705"/>
                <a:gd name="connsiteX6" fmla="*/ 0 w 462407"/>
                <a:gd name="connsiteY6" fmla="*/ 0 h 95570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462407" h="955705">
                  <a:moveTo>
                    <a:pt x="0" y="0"/>
                  </a:moveTo>
                  <a:lnTo>
                    <a:pt x="173180" y="477853"/>
                  </a:lnTo>
                  <a:lnTo>
                    <a:pt x="0" y="955706"/>
                  </a:lnTo>
                  <a:lnTo>
                    <a:pt x="289114" y="955706"/>
                  </a:lnTo>
                  <a:lnTo>
                    <a:pt x="462408" y="477853"/>
                  </a:lnTo>
                  <a:lnTo>
                    <a:pt x="28911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5"/>
            </a:solidFill>
            <a:ln w="25400" cap="flat">
              <a:solidFill>
                <a:schemeClr val="accent5"/>
              </a:solidFill>
              <a:prstDash val="solid"/>
              <a:miter/>
            </a:ln>
          </p:spPr>
          <p:txBody>
            <a:bodyPr rtlCol="0" anchor="ctr"/>
            <a:lstStyle/>
            <a:p>
              <a:endParaRPr lang="en-US"/>
            </a:p>
          </p:txBody>
        </p:sp>
      </p:grp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003C39B-CDEF-F90D-75EF-DED6DE25DDCA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221990" y="3401568"/>
            <a:ext cx="6400800" cy="1828800"/>
          </a:xfrm>
        </p:spPr>
        <p:txBody>
          <a:bodyPr/>
          <a:lstStyle>
            <a:lvl1pPr>
              <a:defRPr sz="3600"/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53609918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07_End Card">
    <p:bg>
      <p:bgPr>
        <a:solidFill>
          <a:schemeClr val="tx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 Placeholder 5">
            <a:extLst>
              <a:ext uri="{FF2B5EF4-FFF2-40B4-BE49-F238E27FC236}">
                <a16:creationId xmlns:a16="http://schemas.microsoft.com/office/drawing/2014/main" id="{C05E3A39-51A6-728D-C361-C72A8A18836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6096000" y="2658095"/>
            <a:ext cx="4814879" cy="1704975"/>
          </a:xfrm>
        </p:spPr>
        <p:txBody>
          <a:bodyPr vert="horz" lIns="91440" tIns="45720" rIns="91440" bIns="45720" rtlCol="0">
            <a:noAutofit/>
          </a:bodyPr>
          <a:lstStyle>
            <a:lvl1pPr algn="r">
              <a:defRPr lang="en-US" sz="1800" b="0" i="0" dirty="0" smtClean="0">
                <a:solidFill>
                  <a:schemeClr val="tx1"/>
                </a:solidFill>
                <a:latin typeface="DM Sans 14pt" pitchFamily="2" charset="77"/>
              </a:defRPr>
            </a:lvl1pPr>
          </a:lstStyle>
          <a:p>
            <a:pPr lvl="0">
              <a:spcBef>
                <a:spcPts val="800"/>
              </a:spcBef>
            </a:pPr>
            <a:r>
              <a:rPr lang="en-US"/>
              <a:t>Click to edit Master text styles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0BF4B40C-D630-3C83-8291-F5955CA71B58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468052" y="3388557"/>
            <a:ext cx="4627948" cy="1704975"/>
          </a:xfrm>
        </p:spPr>
        <p:txBody>
          <a:bodyPr/>
          <a:lstStyle>
            <a:lvl1pPr>
              <a:spcBef>
                <a:spcPts val="800"/>
              </a:spcBef>
              <a:defRPr sz="1800" b="0" i="0">
                <a:solidFill>
                  <a:schemeClr val="tx1"/>
                </a:solidFill>
                <a:latin typeface="DM Sans 14pt" pitchFamily="2" charset="77"/>
              </a:defRPr>
            </a:lvl1pPr>
            <a:lvl2pPr>
              <a:defRPr b="0" i="0">
                <a:latin typeface="DM Sans 14pt" pitchFamily="2" charset="77"/>
              </a:defRPr>
            </a:lvl2pPr>
            <a:lvl3pPr>
              <a:defRPr b="0" i="0">
                <a:latin typeface="DM Sans 14pt" pitchFamily="2" charset="77"/>
              </a:defRPr>
            </a:lvl3pPr>
            <a:lvl4pPr>
              <a:defRPr b="0" i="0">
                <a:latin typeface="DM Sans 14pt" pitchFamily="2" charset="77"/>
              </a:defRPr>
            </a:lvl4pPr>
            <a:lvl5pPr>
              <a:defRPr b="0" i="0">
                <a:latin typeface="DM Sans 14pt" pitchFamily="2" charset="77"/>
              </a:defRPr>
            </a:lvl5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ECBB00AB-049C-5E22-6092-36DD16DFBDEE}"/>
              </a:ext>
            </a:extLst>
          </p:cNvPr>
          <p:cNvSpPr txBox="1"/>
          <p:nvPr userDrawn="1"/>
        </p:nvSpPr>
        <p:spPr>
          <a:xfrm>
            <a:off x="808109" y="6472011"/>
            <a:ext cx="3118798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000">
                <a:solidFill>
                  <a:schemeClr val="tx2"/>
                </a:solidFill>
                <a:latin typeface="DM Sans 14pt" pitchFamily="2" charset="77"/>
              </a:rPr>
              <a:t>Policy Institute Australia 2025 </a:t>
            </a:r>
          </a:p>
          <a:p>
            <a:endParaRPr lang="en-VN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1419E63-BE28-90BF-9980-DADC6F8171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37987" y="1648946"/>
            <a:ext cx="2364630" cy="1040437"/>
          </a:xfrm>
          <a:prstGeom prst="rect">
            <a:avLst/>
          </a:prstGeom>
        </p:spPr>
      </p:pic>
      <p:pic>
        <p:nvPicPr>
          <p:cNvPr id="21" name="Picture 20">
            <a:extLst>
              <a:ext uri="{FF2B5EF4-FFF2-40B4-BE49-F238E27FC236}">
                <a16:creationId xmlns:a16="http://schemas.microsoft.com/office/drawing/2014/main" id="{22E724C2-F278-41C9-B144-3D13E3A0D70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37988" y="3414818"/>
            <a:ext cx="231077" cy="231077"/>
          </a:xfrm>
          <a:prstGeom prst="rect">
            <a:avLst/>
          </a:prstGeom>
        </p:spPr>
      </p:pic>
      <p:pic>
        <p:nvPicPr>
          <p:cNvPr id="22" name="Picture 21">
            <a:extLst>
              <a:ext uri="{FF2B5EF4-FFF2-40B4-BE49-F238E27FC236}">
                <a16:creationId xmlns:a16="http://schemas.microsoft.com/office/drawing/2014/main" id="{456574CE-06ED-AC04-4A79-849293FD5961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137987" y="3802014"/>
            <a:ext cx="231077" cy="17288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86C45828-58A2-0D05-A493-C43F2DF80755}"/>
              </a:ext>
            </a:extLst>
          </p:cNvPr>
          <p:cNvPicPr>
            <a:picLocks noChangeAspect="1"/>
          </p:cNvPicPr>
          <p:nvPr userDrawn="1"/>
        </p:nvPicPr>
        <p:blipFill>
          <a:blip r:embed="rId5"/>
          <a:stretch>
            <a:fillRect/>
          </a:stretch>
        </p:blipFill>
        <p:spPr>
          <a:xfrm>
            <a:off x="1137987" y="4111673"/>
            <a:ext cx="231077" cy="231077"/>
          </a:xfrm>
          <a:prstGeom prst="rect">
            <a:avLst/>
          </a:prstGeom>
        </p:spPr>
      </p:pic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4E4E9D68-CD06-FF5C-CB8B-6143ED07807E}"/>
              </a:ext>
            </a:extLst>
          </p:cNvPr>
          <p:cNvCxnSpPr/>
          <p:nvPr userDrawn="1"/>
        </p:nvCxnSpPr>
        <p:spPr>
          <a:xfrm>
            <a:off x="1076446" y="3113590"/>
            <a:ext cx="9815331" cy="0"/>
          </a:xfrm>
          <a:prstGeom prst="line">
            <a:avLst/>
          </a:prstGeom>
          <a:ln w="1905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Slide Number Placeholder 5">
            <a:extLst>
              <a:ext uri="{FF2B5EF4-FFF2-40B4-BE49-F238E27FC236}">
                <a16:creationId xmlns:a16="http://schemas.microsoft.com/office/drawing/2014/main" id="{1CC1DD32-EC7D-E6A0-7074-620F9321D24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03603" y="6515087"/>
            <a:ext cx="1038978" cy="327946"/>
          </a:xfrm>
        </p:spPr>
        <p:txBody>
          <a:bodyPr vert="horz" lIns="91440" tIns="45720" rIns="91440" bIns="45720" rtlCol="0" anchor="ctr"/>
          <a:lstStyle>
            <a:lvl1pPr>
              <a:defRPr lang="en-US" sz="1000" smtClean="0">
                <a:solidFill>
                  <a:schemeClr val="tx1"/>
                </a:solidFill>
              </a:defRPr>
            </a:lvl1pPr>
          </a:lstStyle>
          <a:p>
            <a:fld id="{13BBD56E-6897-5D4D-99CB-582A4191EEAB}" type="slidenum">
              <a:rPr lang="en-US" smtClean="0"/>
              <a:pPr/>
              <a:t>‹#›</a:t>
            </a:fld>
            <a:endParaRPr lang="en-US" dirty="0"/>
          </a:p>
        </p:txBody>
      </p:sp>
      <p:pic>
        <p:nvPicPr>
          <p:cNvPr id="4" name="Graphic 3">
            <a:extLst>
              <a:ext uri="{FF2B5EF4-FFF2-40B4-BE49-F238E27FC236}">
                <a16:creationId xmlns:a16="http://schemas.microsoft.com/office/drawing/2014/main" id="{A73A1413-64C4-F4A4-B5CE-E73ECCA18836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0" y="6503098"/>
            <a:ext cx="11109960" cy="354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20111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B6B2B86-A1C1-A70A-2949-2CEE6E8F0C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/>
              <a:t>Click to edit Master title style</a:t>
            </a:r>
            <a:endParaRPr lang="en-V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BB64D2-9E54-40DD-BCA8-B399DC8E5E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V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C71E47-4AE2-B828-60A2-0884169BBF2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"/>
              </a:defRPr>
            </a:lvl1pPr>
          </a:lstStyle>
          <a:p>
            <a:fld id="{FDE46285-9BBD-F84E-B725-2DA1FFD81BD8}" type="datetime1">
              <a:rPr lang="en-US" smtClean="0"/>
              <a:pPr/>
              <a:t>2/12/2026</a:t>
            </a:fld>
            <a:endParaRPr lang="en-VN">
              <a:latin typeface="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5F0BA-F1E0-183D-BF45-24FC0B53752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"/>
              </a:defRPr>
            </a:lvl1pPr>
          </a:lstStyle>
          <a:p>
            <a:endParaRPr lang="en-VN">
              <a:latin typeface=""/>
            </a:endParaRP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BA165B5-E343-CC19-319B-68DD5189E8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"/>
                <a:cs typeface="Arial" panose="020B0604020202020204" pitchFamily="34" charset="0"/>
              </a:defRPr>
            </a:lvl1pPr>
          </a:lstStyle>
          <a:p>
            <a:fld id="{C9F0C010-1998-4D40-9734-9B85F669A351}" type="slidenum">
              <a:rPr lang="en-VN" smtClean="0"/>
              <a:pPr/>
              <a:t>‹#›</a:t>
            </a:fld>
            <a:endParaRPr lang="en-VN">
              <a:latin typeface=""/>
            </a:endParaRPr>
          </a:p>
        </p:txBody>
      </p:sp>
    </p:spTree>
    <p:extLst>
      <p:ext uri="{BB962C8B-B14F-4D97-AF65-F5344CB8AC3E}">
        <p14:creationId xmlns:p14="http://schemas.microsoft.com/office/powerpoint/2010/main" val="336093810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85" r:id="rId2"/>
    <p:sldLayoutId id="2147483686" r:id="rId3"/>
    <p:sldLayoutId id="2147483688" r:id="rId4"/>
    <p:sldLayoutId id="2147483687" r:id="rId5"/>
    <p:sldLayoutId id="2147483680" r:id="rId6"/>
    <p:sldLayoutId id="2147483671" r:id="rId7"/>
    <p:sldLayoutId id="2147483672" r:id="rId8"/>
    <p:sldLayoutId id="2147483668" r:id="rId9"/>
    <p:sldLayoutId id="2147483651" r:id="rId10"/>
    <p:sldLayoutId id="2147483689" r:id="rId11"/>
    <p:sldLayoutId id="2147483669" r:id="rId12"/>
    <p:sldLayoutId id="2147483675" r:id="rId13"/>
    <p:sldLayoutId id="2147483677" r:id="rId14"/>
    <p:sldLayoutId id="2147483676" r:id="rId15"/>
    <p:sldLayoutId id="2147483683" r:id="rId16"/>
    <p:sldLayoutId id="2147483684" r:id="rId17"/>
    <p:sldLayoutId id="2147483681" r:id="rId18"/>
    <p:sldLayoutId id="2147483682" r:id="rId19"/>
    <p:sldLayoutId id="2147483678" r:id="rId20"/>
    <p:sldLayoutId id="2147483690" r:id="rId21"/>
    <p:sldLayoutId id="2147483663" r:id="rId2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b="0" i="0" kern="1200">
          <a:solidFill>
            <a:schemeClr val="tx1"/>
          </a:solidFill>
          <a:latin typeface="DM Sans 14pt" pitchFamily="2" charset="77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000" kern="1200">
          <a:solidFill>
            <a:schemeClr val="tx1"/>
          </a:solidFill>
          <a:latin typeface="Instrument Sans" pitchFamily="2" charset="0"/>
          <a:ea typeface="+mn-ea"/>
          <a:cs typeface="+mn-cs"/>
        </a:defRPr>
      </a:lvl1pPr>
      <a:lvl2pPr marL="457200" indent="-233363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2000" kern="1200">
          <a:solidFill>
            <a:schemeClr val="tx1"/>
          </a:solidFill>
          <a:latin typeface="Instrument Sans" pitchFamily="2" charset="0"/>
          <a:ea typeface="+mn-ea"/>
          <a:cs typeface="+mn-cs"/>
        </a:defRPr>
      </a:lvl2pPr>
      <a:lvl3pPr marL="630238" indent="-1730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1800" kern="1200">
          <a:solidFill>
            <a:schemeClr val="tx1"/>
          </a:solidFill>
          <a:latin typeface="Instrument Sans" pitchFamily="2" charset="0"/>
          <a:ea typeface="+mn-ea"/>
          <a:cs typeface="+mn-cs"/>
        </a:defRPr>
      </a:lvl3pPr>
      <a:lvl4pPr marL="863600" indent="-182563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1600" kern="1200">
          <a:solidFill>
            <a:schemeClr val="tx1"/>
          </a:solidFill>
          <a:latin typeface="Instrument Sans" pitchFamily="2" charset="0"/>
          <a:ea typeface="+mn-ea"/>
          <a:cs typeface="+mn-cs"/>
        </a:defRPr>
      </a:lvl4pPr>
      <a:lvl5pPr marL="1087438" indent="-173038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tabLst/>
        <a:defRPr sz="1400" kern="1200">
          <a:solidFill>
            <a:schemeClr val="tx1"/>
          </a:solidFill>
          <a:latin typeface="Instrument Sans" pitchFamily="2" charset="0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V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1.xml"/>
</Relationships>

</file>

<file path=ppt/slides/_rels/slide2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9.xml"/>
<Relationship Id="rId2" Type="http://schemas.openxmlformats.org/officeDocument/2006/relationships/image" Target="../media/70c58c83552399cd190c911fb408cf6120075d8b.png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702702"/>
            <a:ext cx="6202538" cy="2439336"/>
          </a:xfrm>
        </p:spPr>
        <p:txBody>
          <a:bodyPr/>
          <a:lstStyle/>
          <a:p>
            <a:r>
              <a:rPr/>
              <a:t>Demo Scoping Deck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4575030"/>
            <a:ext cx="4961511" cy="539813"/>
          </a:xfrm>
        </p:spPr>
        <p:txBody>
          <a:bodyPr/>
          <a:lstStyle/>
          <a:p>
            <a:r>
              <a:rPr/>
              <a:t>Generated on 2026-02-13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Content Placeholder 12" descr=""/>
          <p:cNvPicPr>
            <a:picLocks noGrp="1"/>
          </p:cNvPicPr>
          <p:nvPr>
            <p:ph sz="quarter" idx="14" hasCustomPrompt="1"/>
          </p:nvPr>
        </p:nvPicPr>
        <p:blipFill>
          <a:blip r:embed="rId2"/>
          <a:stretch>
            <a:fillRect/>
          </a:stretch>
        </p:blipFill>
        <p:spPr>
          <a:xfrm>
            <a:off x="5606473" y="1462089"/>
            <a:ext cx="6036107" cy="4491499"/>
          </a:xfrm>
          <a:prstGeom prst="rect">
            <a:avLst/>
          </a:prstGeom>
        </p:spPr>
      </p:pic>
      <p:sp>
        <p:nvSpPr>
          <p:cNvPr id="3" name="Title 1"/>
          <p:cNvSpPr>
            <a:spLocks noGrp="1"/>
          </p:cNvSpPr>
          <p:nvPr>
            <p:ph type="title"/>
          </p:nvPr>
        </p:nvSpPr>
        <p:spPr>
          <a:xfrm>
            <a:off x="548641" y="210816"/>
            <a:ext cx="11093940" cy="674370"/>
          </a:xfrm>
        </p:spPr>
        <p:txBody>
          <a:bodyPr/>
          <a:lstStyle/>
          <a:p>
            <a:r>
              <a:rPr/>
              <a:t>Random Data Snapshot</a:t>
            </a:r>
          </a:p>
        </p:txBody>
      </p:sp>
      <p:sp>
        <p:nvSpPr>
          <p:cNvPr id="4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548641" y="1463040"/>
            <a:ext cx="4891578" cy="4495800"/>
          </a:xfrm>
        </p:spPr>
        <p:txBody>
          <a:bodyPr/>
          <a:lstStyle/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/>
              <a:t>Data is randomly generated for demonstration.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/>
              <a:t>Points are grouped into 3 categories.</a:t>
            </a:r>
          </a:p>
          <a:p>
            <a:pPr lvl="1">
              <a:spcBef>
                <a:spcPts val="300"/>
              </a:spcBef>
              <a:spcAft>
                <a:spcPts val="300"/>
              </a:spcAft>
            </a:pPr>
            <a:r>
              <a:rPr/>
              <a:t>Template placeholders control chart/text placement.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IA Template 2026">
  <a:themeElements>
    <a:clrScheme name="Custom 5">
      <a:dk1>
        <a:srgbClr val="070E2B"/>
      </a:dk1>
      <a:lt1>
        <a:srgbClr val="FFFFFF"/>
      </a:lt1>
      <a:dk2>
        <a:srgbClr val="EAEFEF"/>
      </a:dk2>
      <a:lt2>
        <a:srgbClr val="A7C3C7"/>
      </a:lt2>
      <a:accent1>
        <a:srgbClr val="143C64"/>
      </a:accent1>
      <a:accent2>
        <a:srgbClr val="788C96"/>
      </a:accent2>
      <a:accent3>
        <a:srgbClr val="9FCBEA"/>
      </a:accent3>
      <a:accent4>
        <a:srgbClr val="6EC88C"/>
      </a:accent4>
      <a:accent5>
        <a:srgbClr val="6E0A28"/>
      </a:accent5>
      <a:accent6>
        <a:srgbClr val="FF9682"/>
      </a:accent6>
      <a:hlink>
        <a:srgbClr val="F0FFAA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6553 - PIA PPT Template Final" id="{60B86DB4-0375-2047-A3E7-4200CDB3903E}" vid="{3D10A936-D1CB-F647-A852-8E5C1E385B47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6C7E0CEF03A4C94AAEC7E027E6AAA38F" ma:contentTypeVersion="12" ma:contentTypeDescription="Create a new document." ma:contentTypeScope="" ma:versionID="6183b14a297151946ec59f0c0ad52982">
  <xsd:schema xmlns:xsd="http://www.w3.org/2001/XMLSchema" xmlns:xs="http://www.w3.org/2001/XMLSchema" xmlns:p="http://schemas.microsoft.com/office/2006/metadata/properties" xmlns:ns2="dbda643a-48e3-49b4-9179-7092f2eadabd" xmlns:ns3="d52330c0-b42c-408a-9948-ade51242c0df" targetNamespace="http://schemas.microsoft.com/office/2006/metadata/properties" ma:root="true" ma:fieldsID="3ccda218e0f3cd0c495cad5d2de7fb0e" ns2:_="" ns3:_="">
    <xsd:import namespace="dbda643a-48e3-49b4-9179-7092f2eadabd"/>
    <xsd:import namespace="d52330c0-b42c-408a-9948-ade51242c0df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bda643a-48e3-49b4-9179-7092f2eadabd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Image Tags" ma:readOnly="false" ma:fieldId="{5cf76f15-5ced-4ddc-b409-7134ff3c332f}" ma:taxonomyMulti="true" ma:sspId="36958645-207b-4c7f-b174-95261e06f723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15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8" nillable="true" ma:displayName="Location" ma:indexed="true" ma:internalName="MediaServiceLocation" ma:readOnly="true">
      <xsd:simpleType>
        <xsd:restriction base="dms:Text"/>
      </xsd:simpleType>
    </xsd:element>
    <xsd:element name="MediaLengthInSeconds" ma:index="19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52330c0-b42c-408a-9948-ade51242c0df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bd124d37-c453-4040-a14c-d97669fb0b8e}" ma:internalName="TaxCatchAll" ma:showField="CatchAllData" ma:web="d52330c0-b42c-408a-9948-ade51242c0df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dbda643a-48e3-49b4-9179-7092f2eadabd">
      <Terms xmlns="http://schemas.microsoft.com/office/infopath/2007/PartnerControls"/>
    </lcf76f155ced4ddcb4097134ff3c332f>
    <TaxCatchAll xmlns="d52330c0-b42c-408a-9948-ade51242c0df" xsi:nil="true"/>
  </documentManagement>
</p:properties>
</file>

<file path=customXml/itemProps1.xml><?xml version="1.0" encoding="utf-8"?>
<ds:datastoreItem xmlns:ds="http://schemas.openxmlformats.org/officeDocument/2006/customXml" ds:itemID="{41033BD9-FB21-43B4-91F5-87B15F0C154B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dbda643a-48e3-49b4-9179-7092f2eadabd"/>
    <ds:schemaRef ds:uri="d52330c0-b42c-408a-9948-ade51242c0df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CEFC57C4-D722-4D5A-9B98-8D4B17472F94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5F5F0435-69FB-4248-9A86-1BBD68FF0179}">
  <ds:schemaRefs>
    <ds:schemaRef ds:uri="d52330c0-b42c-408a-9948-ade51242c0df"/>
    <ds:schemaRef ds:uri="dbda643a-48e3-49b4-9179-7092f2eadabd"/>
    <ds:schemaRef ds:uri="http://schemas.microsoft.com/office/2006/metadata/properties"/>
    <ds:schemaRef ds:uri="http://schemas.microsoft.com/office/infopath/2007/PartnerControl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23</TotalTime>
  <Words>152</Words>
  <Application>Microsoft Office PowerPoint</Application>
  <PresentationFormat>Widescreen</PresentationFormat>
  <Paragraphs>61</Paragraphs>
  <Slides>25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25</vt:i4>
      </vt:variant>
    </vt:vector>
  </HeadingPairs>
  <TitlesOfParts>
    <vt:vector size="30" baseType="lpstr">
      <vt:lpstr>Arial</vt:lpstr>
      <vt:lpstr>Calibri</vt:lpstr>
      <vt:lpstr>DM Sans 14pt</vt:lpstr>
      <vt:lpstr>Instrument Sans</vt:lpstr>
      <vt:lpstr>PIA Template 2026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78%</vt:lpstr>
      <vt:lpstr>78%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>PowerPoint Presentation</dc:title>
  <dc:creator>Indra Parta</dc:creator>
  <cp:lastModifiedBy/>
  <cp:revision>1</cp:revision>
  <dcterms:created xsi:type="dcterms:W3CDTF">2026-02-12T04:46:34Z</dcterms:created>
  <dcterms:modified xsi:type="dcterms:W3CDTF">2026-02-13T11:57:37Z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0x0101006C7E0CEF03A4C94AAEC7E027E6AAA38F</vt:lpwstr>
  </property>
  <property fmtid="{D5CDD505-2E9C-101B-9397-08002B2CF9AE}" pid="3" name="MediaServiceImageTags">
    <vt:lpwstr/>
  </property>
</Properties>
</file>