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Default Extension="gif" ContentType="image/gif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5" Type="http://schemas.openxmlformats.org/officeDocument/2006/relationships/custom-properties" Target="docProps/custom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0"/>
  </p:notesMasterIdLst>
  <p:sldIdLst>
    <p:sldId id="256" r:id="rId37"/>
    <p:sldId id="257" r:id="rId38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52CC1A-9D56-E6A9-4EC0-A0A17E57E7C6}" name="Nicholas Tarrant" initials="NT" userId="S::nicholas.tarrant@policyinstitute.org.au::0cf00da4-ccaa-445e-a738-009c7d0d0824" providerId="AD"/>
  <p188:author id="{26E3906A-3223-6A14-00A9-46C4A73004CC}" name="Indra Parta" initials="IP" userId="S::indra.parta@policyinstitute.org.au::57e46944-2053-47ca-93c2-d7feab56f4bb" providerId="AD"/>
  <p188:author id="{8230E47B-6675-82B0-8023-0279BE4C3519}" name="David Strong" initials="DS" userId="fb53049981b257c9" providerId="Windows Live"/>
  <p188:author id="{0B7C1DE3-F7C8-B1F4-D316-DC0AB18795F0}" name="Henry Williams" initials="HW" userId="S::henry.williams@policyinstitute.org.au::74fcfd2b-7622-4f49-b37f-b54dbf717e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FAA"/>
    <a:srgbClr val="EBF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785"/>
  </p:normalViewPr>
  <p:slideViewPr>
    <p:cSldViewPr snapToGrid="0">
      <p:cViewPr varScale="1">
        <p:scale>
          <a:sx n="59" d="100"/>
          <a:sy n="59" d="100"/>
        </p:scale>
        <p:origin x="442" y="4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customXml" Target="../customXml/item3.xml"/>
<Relationship Id="rId34" Type="http://schemas.openxmlformats.org/officeDocument/2006/relationships/tableStyles" Target="tableStyles.xml"/>
<Relationship Id="rId33" Type="http://schemas.openxmlformats.org/officeDocument/2006/relationships/theme" Target="theme/theme1.xml"/>
<Relationship Id="rId2" Type="http://schemas.openxmlformats.org/officeDocument/2006/relationships/customXml" Target="../customXml/item2.xml"/>
<Relationship Id="rId1" Type="http://schemas.openxmlformats.org/officeDocument/2006/relationships/customXml" Target="../customXml/item1.xml"/>
<Relationship Id="rId32" Type="http://schemas.openxmlformats.org/officeDocument/2006/relationships/viewProps" Target="viewProps.xml"/>
<Relationship Id="rId36" Type="http://schemas.microsoft.com/office/2018/10/relationships/authors" Target="authors.xml"/>
<Relationship Id="rId31" Type="http://schemas.openxmlformats.org/officeDocument/2006/relationships/presProps" Target="presProps.xml"/>
<Relationship Id="rId4" Type="http://schemas.openxmlformats.org/officeDocument/2006/relationships/slideMaster" Target="slideMasters/slideMaster1.xml"/>
<Relationship Id="rId30" Type="http://schemas.openxmlformats.org/officeDocument/2006/relationships/notesMaster" Target="notesMasters/notesMaster1.xml"/>
<Relationship Id="rId35" Type="http://schemas.microsoft.com/office/2016/11/relationships/changesInfo" Target="changesInfos/changesInfo1.xml"/>
<Relationship Id="rId37" Type="http://schemas.openxmlformats.org/officeDocument/2006/relationships/slide" Target="slides/slide1.xml"/>
<Relationship Id="rId38" Type="http://schemas.openxmlformats.org/officeDocument/2006/relationships/slide" Target="slides/slide2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ra Parta" userId="57e46944-2053-47ca-93c2-d7feab56f4bb" providerId="ADAL" clId="{A2217DD4-DE69-42EA-95ED-B7F6770519D6}"/>
    <pc:docChg chg="modSld modMainMaster">
      <pc:chgData name="Indra Parta" userId="57e46944-2053-47ca-93c2-d7feab56f4bb" providerId="ADAL" clId="{A2217DD4-DE69-42EA-95ED-B7F6770519D6}" dt="2026-02-12T05:09:52.244" v="2" actId="14100"/>
      <pc:docMkLst>
        <pc:docMk/>
      </pc:docMkLst>
      <pc:sldChg chg="modSp mod">
        <pc:chgData name="Indra Parta" userId="57e46944-2053-47ca-93c2-d7feab56f4bb" providerId="ADAL" clId="{A2217DD4-DE69-42EA-95ED-B7F6770519D6}" dt="2026-02-12T05:09:34.563" v="0" actId="14100"/>
        <pc:sldMkLst>
          <pc:docMk/>
          <pc:sldMk cId="2418072929" sldId="272"/>
        </pc:sldMkLst>
        <pc:spChg chg="mod">
          <ac:chgData name="Indra Parta" userId="57e46944-2053-47ca-93c2-d7feab56f4bb" providerId="ADAL" clId="{A2217DD4-DE69-42EA-95ED-B7F6770519D6}" dt="2026-02-12T05:09:34.563" v="0" actId="14100"/>
          <ac:spMkLst>
            <pc:docMk/>
            <pc:sldMk cId="2418072929" sldId="272"/>
            <ac:spMk id="22" creationId="{4E925C01-A6A7-02E0-696E-C989C455B883}"/>
          </ac:spMkLst>
        </pc:spChg>
      </pc:sldChg>
      <pc:sldMasterChg chg="modSldLayout">
        <pc:chgData name="Indra Parta" userId="57e46944-2053-47ca-93c2-d7feab56f4bb" providerId="ADAL" clId="{A2217DD4-DE69-42EA-95ED-B7F6770519D6}" dt="2026-02-12T05:09:52.244" v="2" actId="14100"/>
        <pc:sldMasterMkLst>
          <pc:docMk/>
          <pc:sldMasterMk cId="3360938101" sldId="2147483648"/>
        </pc:sldMasterMkLst>
        <pc:sldLayoutChg chg="modSp mod">
          <pc:chgData name="Indra Parta" userId="57e46944-2053-47ca-93c2-d7feab56f4bb" providerId="ADAL" clId="{A2217DD4-DE69-42EA-95ED-B7F6770519D6}" dt="2026-02-12T05:09:52.244" v="2" actId="14100"/>
          <pc:sldLayoutMkLst>
            <pc:docMk/>
            <pc:sldMasterMk cId="3360938101" sldId="2147483648"/>
            <pc:sldLayoutMk cId="284546150" sldId="2147483668"/>
          </pc:sldLayoutMkLst>
          <pc:spChg chg="mod">
            <ac:chgData name="Indra Parta" userId="57e46944-2053-47ca-93c2-d7feab56f4bb" providerId="ADAL" clId="{A2217DD4-DE69-42EA-95ED-B7F6770519D6}" dt="2026-02-12T05:09:52.244" v="2" actId="14100"/>
            <ac:spMkLst>
              <pc:docMk/>
              <pc:sldMasterMk cId="3360938101" sldId="2147483648"/>
              <pc:sldLayoutMk cId="284546150" sldId="2147483668"/>
              <ac:spMk id="3" creationId="{B03B4215-26DE-8375-D5A3-6B476548AF30}"/>
            </ac:spMkLst>
          </pc:spChg>
          <pc:spChg chg="mod">
            <ac:chgData name="Indra Parta" userId="57e46944-2053-47ca-93c2-d7feab56f4bb" providerId="ADAL" clId="{A2217DD4-DE69-42EA-95ED-B7F6770519D6}" dt="2026-02-12T05:09:47.477" v="1" actId="14100"/>
            <ac:spMkLst>
              <pc:docMk/>
              <pc:sldMasterMk cId="3360938101" sldId="2147483648"/>
              <pc:sldLayoutMk cId="284546150" sldId="2147483668"/>
              <ac:spMk id="4" creationId="{7EA18DCE-1FEE-55C2-323D-68DE1BF8596D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accent1"/>
                </a:solidFill>
                <a:latin typeface="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D8-7045-BF5E-3380779AB2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D8-7045-BF5E-3380779AB2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D8-7045-BF5E-3380779AB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8445536"/>
        <c:axId val="598196864"/>
      </c:barChart>
      <c:catAx>
        <c:axId val="59844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196864"/>
        <c:crosses val="autoZero"/>
        <c:auto val="1"/>
        <c:lblAlgn val="ctr"/>
        <c:lblOffset val="100"/>
        <c:noMultiLvlLbl val="0"/>
      </c:catAx>
      <c:valAx>
        <c:axId val="59819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445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DM Sans 14pt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accent1"/>
                </a:solidFill>
                <a:latin typeface="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10-CF49-BF5B-AABEDE1C6A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10-CF49-BF5B-AABEDE1C6A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10-CF49-BF5B-AABEDE1C6AD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B10-CF49-BF5B-AABEDE1C6AD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10-CF49-BF5B-AABEDE1C6AD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10-CF49-BF5B-AABEDE1C6AD9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B10-CF49-BF5B-AABEDE1C6A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8445536"/>
        <c:axId val="598196864"/>
      </c:barChart>
      <c:catAx>
        <c:axId val="59844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196864"/>
        <c:crosses val="autoZero"/>
        <c:auto val="1"/>
        <c:lblAlgn val="ctr"/>
        <c:lblOffset val="100"/>
        <c:noMultiLvlLbl val="0"/>
      </c:catAx>
      <c:valAx>
        <c:axId val="59819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445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DM Sans 14pt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92380-D3AC-6F43-8B5F-BFFD77899A9A}" type="datetimeFigureOut">
              <a:rPr lang="en-VN" smtClean="0"/>
              <a:t>02/12/2026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FC0C5-1896-494C-97BD-D972742D7AC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945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00A637-E50B-5FD8-3568-06A372377A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660" t="32277" r="34253" b="1"/>
          <a:stretch>
            <a:fillRect/>
          </a:stretch>
        </p:blipFill>
        <p:spPr>
          <a:xfrm>
            <a:off x="7704306" y="0"/>
            <a:ext cx="4487694" cy="6858000"/>
          </a:xfrm>
          <a:prstGeom prst="rect">
            <a:avLst/>
          </a:prstGeom>
        </p:spPr>
      </p:pic>
      <p:sp>
        <p:nvSpPr>
          <p:cNvPr id="54" name="Freeform 53">
            <a:extLst>
              <a:ext uri="{FF2B5EF4-FFF2-40B4-BE49-F238E27FC236}">
                <a16:creationId xmlns:a16="http://schemas.microsoft.com/office/drawing/2014/main" id="{C34D6B2A-8BB9-6993-35C5-29488CFB8288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8369667" cy="6866164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  <a:gd name="connsiteX0" fmla="*/ 11357658 w 12265712"/>
              <a:gd name="connsiteY0" fmla="*/ 6496548 h 6496548"/>
              <a:gd name="connsiteX1" fmla="*/ 0 w 12265712"/>
              <a:gd name="connsiteY1" fmla="*/ 6496548 h 6496548"/>
              <a:gd name="connsiteX2" fmla="*/ 0 w 12265712"/>
              <a:gd name="connsiteY2" fmla="*/ 1625 h 6496548"/>
              <a:gd name="connsiteX3" fmla="*/ 3117517 w 12265712"/>
              <a:gd name="connsiteY3" fmla="*/ 0 h 6496548"/>
              <a:gd name="connsiteX4" fmla="*/ 11357658 w 12265712"/>
              <a:gd name="connsiteY4" fmla="*/ 1625 h 6496548"/>
              <a:gd name="connsiteX5" fmla="*/ 11632933 w 12265712"/>
              <a:gd name="connsiteY5" fmla="*/ 2163165 h 6496548"/>
              <a:gd name="connsiteX6" fmla="*/ 12265712 w 12265712"/>
              <a:gd name="connsiteY6" fmla="*/ 3237229 h 6496548"/>
              <a:gd name="connsiteX7" fmla="*/ 11635190 w 12265712"/>
              <a:gd name="connsiteY7" fmla="*/ 4331574 h 6496548"/>
              <a:gd name="connsiteX8" fmla="*/ 11357658 w 12265712"/>
              <a:gd name="connsiteY8" fmla="*/ 6496548 h 6496548"/>
              <a:gd name="connsiteX0" fmla="*/ 11357658 w 12265712"/>
              <a:gd name="connsiteY0" fmla="*/ 6496548 h 6502654"/>
              <a:gd name="connsiteX1" fmla="*/ 3144183 w 12265712"/>
              <a:gd name="connsiteY1" fmla="*/ 6502654 h 6502654"/>
              <a:gd name="connsiteX2" fmla="*/ 0 w 12265712"/>
              <a:gd name="connsiteY2" fmla="*/ 6496548 h 6502654"/>
              <a:gd name="connsiteX3" fmla="*/ 0 w 12265712"/>
              <a:gd name="connsiteY3" fmla="*/ 1625 h 6502654"/>
              <a:gd name="connsiteX4" fmla="*/ 3117517 w 12265712"/>
              <a:gd name="connsiteY4" fmla="*/ 0 h 6502654"/>
              <a:gd name="connsiteX5" fmla="*/ 11357658 w 12265712"/>
              <a:gd name="connsiteY5" fmla="*/ 1625 h 6502654"/>
              <a:gd name="connsiteX6" fmla="*/ 11632933 w 12265712"/>
              <a:gd name="connsiteY6" fmla="*/ 2163165 h 6502654"/>
              <a:gd name="connsiteX7" fmla="*/ 12265712 w 12265712"/>
              <a:gd name="connsiteY7" fmla="*/ 3237229 h 6502654"/>
              <a:gd name="connsiteX8" fmla="*/ 11635190 w 12265712"/>
              <a:gd name="connsiteY8" fmla="*/ 4331574 h 6502654"/>
              <a:gd name="connsiteX9" fmla="*/ 11357658 w 12265712"/>
              <a:gd name="connsiteY9" fmla="*/ 6496548 h 6502654"/>
              <a:gd name="connsiteX0" fmla="*/ 11357658 w 12265712"/>
              <a:gd name="connsiteY0" fmla="*/ 6496548 h 6502654"/>
              <a:gd name="connsiteX1" fmla="*/ 3144183 w 12265712"/>
              <a:gd name="connsiteY1" fmla="*/ 6502654 h 6502654"/>
              <a:gd name="connsiteX2" fmla="*/ 0 w 12265712"/>
              <a:gd name="connsiteY2" fmla="*/ 1625 h 6502654"/>
              <a:gd name="connsiteX3" fmla="*/ 3117517 w 12265712"/>
              <a:gd name="connsiteY3" fmla="*/ 0 h 6502654"/>
              <a:gd name="connsiteX4" fmla="*/ 11357658 w 12265712"/>
              <a:gd name="connsiteY4" fmla="*/ 1625 h 6502654"/>
              <a:gd name="connsiteX5" fmla="*/ 11632933 w 12265712"/>
              <a:gd name="connsiteY5" fmla="*/ 2163165 h 6502654"/>
              <a:gd name="connsiteX6" fmla="*/ 12265712 w 12265712"/>
              <a:gd name="connsiteY6" fmla="*/ 3237229 h 6502654"/>
              <a:gd name="connsiteX7" fmla="*/ 11635190 w 12265712"/>
              <a:gd name="connsiteY7" fmla="*/ 4331574 h 6502654"/>
              <a:gd name="connsiteX8" fmla="*/ 11357658 w 12265712"/>
              <a:gd name="connsiteY8" fmla="*/ 6496548 h 6502654"/>
              <a:gd name="connsiteX0" fmla="*/ 8240141 w 9148195"/>
              <a:gd name="connsiteY0" fmla="*/ 6496548 h 6502654"/>
              <a:gd name="connsiteX1" fmla="*/ 26666 w 9148195"/>
              <a:gd name="connsiteY1" fmla="*/ 6502654 h 6502654"/>
              <a:gd name="connsiteX2" fmla="*/ 0 w 9148195"/>
              <a:gd name="connsiteY2" fmla="*/ 0 h 6502654"/>
              <a:gd name="connsiteX3" fmla="*/ 8240141 w 9148195"/>
              <a:gd name="connsiteY3" fmla="*/ 1625 h 6502654"/>
              <a:gd name="connsiteX4" fmla="*/ 8515416 w 9148195"/>
              <a:gd name="connsiteY4" fmla="*/ 2163165 h 6502654"/>
              <a:gd name="connsiteX5" fmla="*/ 9148195 w 9148195"/>
              <a:gd name="connsiteY5" fmla="*/ 3237229 h 6502654"/>
              <a:gd name="connsiteX6" fmla="*/ 8517673 w 9148195"/>
              <a:gd name="connsiteY6" fmla="*/ 4331574 h 6502654"/>
              <a:gd name="connsiteX7" fmla="*/ 8240141 w 9148195"/>
              <a:gd name="connsiteY7" fmla="*/ 6496548 h 650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8195" h="6502654">
                <a:moveTo>
                  <a:pt x="8240141" y="6496548"/>
                </a:moveTo>
                <a:lnTo>
                  <a:pt x="26666" y="6502654"/>
                </a:lnTo>
                <a:lnTo>
                  <a:pt x="0" y="0"/>
                </a:lnTo>
                <a:lnTo>
                  <a:pt x="8240141" y="1625"/>
                </a:lnTo>
                <a:lnTo>
                  <a:pt x="8515416" y="2163165"/>
                </a:lnTo>
                <a:lnTo>
                  <a:pt x="9148195" y="3237229"/>
                </a:lnTo>
                <a:lnTo>
                  <a:pt x="8517673" y="4331574"/>
                </a:lnTo>
                <a:lnTo>
                  <a:pt x="8240141" y="6496548"/>
                </a:lnTo>
                <a:close/>
              </a:path>
            </a:pathLst>
          </a:custGeom>
          <a:solidFill>
            <a:schemeClr val="tx1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CCB1E8-EBA2-C36D-2E76-F2D167E890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74617"/>
            <a:ext cx="1807029" cy="795093"/>
          </a:xfrm>
          <a:prstGeom prst="rect">
            <a:avLst/>
          </a:prstGeom>
        </p:spPr>
      </p:pic>
      <p:sp>
        <p:nvSpPr>
          <p:cNvPr id="13" name="Content Placeholder 29">
            <a:extLst>
              <a:ext uri="{FF2B5EF4-FFF2-40B4-BE49-F238E27FC236}">
                <a16:creationId xmlns:a16="http://schemas.microsoft.com/office/drawing/2014/main" id="{D52F121A-8FD0-E55F-6311-77F47A97FC7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516730"/>
            <a:ext cx="3073334" cy="332581"/>
          </a:xfrm>
        </p:spPr>
        <p:txBody>
          <a:bodyPr/>
          <a:lstStyle>
            <a:lvl1pPr>
              <a:buNone/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DD/MM/YYYY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702702"/>
            <a:ext cx="6202538" cy="2439336"/>
          </a:xfrm>
        </p:spPr>
        <p:txBody>
          <a:bodyPr anchor="b"/>
          <a:lstStyle>
            <a:lvl1pPr algn="l">
              <a:defRPr sz="4000" b="0" i="0">
                <a:solidFill>
                  <a:schemeClr val="tx2"/>
                </a:solidFill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grpSp>
        <p:nvGrpSpPr>
          <p:cNvPr id="45" name="Graphic 8">
            <a:extLst>
              <a:ext uri="{FF2B5EF4-FFF2-40B4-BE49-F238E27FC236}">
                <a16:creationId xmlns:a16="http://schemas.microsoft.com/office/drawing/2014/main" id="{CE786B81-6C76-B4D3-221C-AC54D07A50D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901909" y="-1717"/>
            <a:ext cx="3228992" cy="6858000"/>
            <a:chOff x="5864035" y="-1716"/>
            <a:chExt cx="3056779" cy="6494921"/>
          </a:xfrm>
        </p:grpSpPr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C48193E-2E37-E436-9933-A91DE41EE3ED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bg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BC05042-3856-F08C-2011-B6D5EDD2CE5A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AC80F62-95F7-F930-C708-888FF24A4391}"/>
                </a:ext>
              </a:extLst>
            </p:cNvPr>
            <p:cNvSpPr/>
            <p:nvPr/>
          </p:nvSpPr>
          <p:spPr>
            <a:xfrm>
              <a:off x="586403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43A9E1C-9F93-A90E-09F5-1047EF3A30AD}"/>
                </a:ext>
              </a:extLst>
            </p:cNvPr>
            <p:cNvSpPr/>
            <p:nvPr/>
          </p:nvSpPr>
          <p:spPr>
            <a:xfrm>
              <a:off x="5864036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bg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F6D2478-4EA6-7AAA-CDC9-CAECA399AD43}"/>
                </a:ext>
              </a:extLst>
            </p:cNvPr>
            <p:cNvSpPr/>
            <p:nvPr/>
          </p:nvSpPr>
          <p:spPr>
            <a:xfrm>
              <a:off x="676187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bg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BADBD57-A0C9-9F5D-7F30-17E10B181DF4}"/>
                </a:ext>
              </a:extLst>
            </p:cNvPr>
            <p:cNvSpPr/>
            <p:nvPr/>
          </p:nvSpPr>
          <p:spPr>
            <a:xfrm>
              <a:off x="6761878" y="5410664"/>
              <a:ext cx="1265556" cy="1079438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BF68170-C0AA-ABEA-D28C-5C45D5E7BD5C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accent3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7A714150-67D1-63F4-EB01-C7CED3F292AA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3211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BCD115D8-E7FA-2BE8-C71B-565BB0135649}"/>
              </a:ext>
            </a:extLst>
          </p:cNvPr>
          <p:cNvSpPr/>
          <p:nvPr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2" name="Graphic 8">
            <a:extLst>
              <a:ext uri="{FF2B5EF4-FFF2-40B4-BE49-F238E27FC236}">
                <a16:creationId xmlns:a16="http://schemas.microsoft.com/office/drawing/2014/main" id="{7F37F8E7-F026-A9C6-0DAE-9BAD301DDB03}"/>
              </a:ext>
            </a:extLst>
          </p:cNvPr>
          <p:cNvGrpSpPr/>
          <p:nvPr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2AB82B3-E64A-CF49-530D-FC6B11548316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3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87FB0B7-EB0F-23C9-6202-6D205C72D902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9E3FBE9-CBDF-84EE-A322-29269A7A72BB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BEFC7F9-8FCA-8130-7D75-F914F0E39C43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F60F9A0-5540-F1B1-307B-2980CED6F181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3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E380781-DA68-A191-299A-B3D161A9573E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C229FE-6FDC-B169-9412-BCB7DD350F6E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B53521B-727C-DC3E-5F3A-48F275A0256B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E4D373FC-7A37-D1C0-7AAE-61EFD98F67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F3F75F-9B2D-1791-6B5A-8BD5748C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18599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14204DCE-B8CD-9784-7FED-22A6B61E2776}"/>
              </a:ext>
            </a:extLst>
          </p:cNvPr>
          <p:cNvSpPr/>
          <p:nvPr userDrawn="1"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9" name="Graphic 8">
            <a:extLst>
              <a:ext uri="{FF2B5EF4-FFF2-40B4-BE49-F238E27FC236}">
                <a16:creationId xmlns:a16="http://schemas.microsoft.com/office/drawing/2014/main" id="{AE024AB9-8649-75B8-9C51-D3406E8C62AB}"/>
              </a:ext>
            </a:extLst>
          </p:cNvPr>
          <p:cNvGrpSpPr/>
          <p:nvPr userDrawn="1"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FAE52D-C531-0453-F24A-C6B5FB064850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rgbClr val="F0FFAA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5D2AFD-AAAD-2218-4234-64310F6E57A6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132CDE3-A13D-9F04-18A5-515EBD460273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653CD36-BD64-B1CE-5F49-3A4B94775D7A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2B484DD-2686-3A53-7E8C-14BC0F1052C4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rgbClr val="F0FFAA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3148245-6C2D-4088-E1D4-41EA6EB276AF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22A18CB-9016-B746-D816-E7AF7887D5DF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4878A82-8026-4CD4-A804-262A452E2BC7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AE6D199E-C7BB-93E1-09A1-FDF7E7C011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VN" sz="40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A8D0B1-EE81-19ED-106B-45E03816F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84518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284A3A2A-863B-63FB-19E5-E837A04BF500}"/>
              </a:ext>
            </a:extLst>
          </p:cNvPr>
          <p:cNvSpPr/>
          <p:nvPr userDrawn="1"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94AAE4BC-7783-B129-A3A8-FB6CD823A174}"/>
              </a:ext>
            </a:extLst>
          </p:cNvPr>
          <p:cNvGrpSpPr/>
          <p:nvPr userDrawn="1"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C5FF6CB-815B-371F-39D0-EDCEDCEA2FCD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6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C034128-ECC7-3A86-E5BA-4C9CFA59314D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9627307-B34E-6142-994B-8C16EEF16CDF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A5933A8-870E-5043-8766-EB0E185C936E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F1CD43A-E34D-01E1-207B-227C506B42BB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6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0117D2F-D07C-5AFB-AFDD-734E54C1C62A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2DB7F9D-70A2-EB0C-CBC5-644C37EE1C76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C8801F7-C606-0399-B837-B7E5962976A1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F376A0AD-0B11-4683-3D05-A41E4DE694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VN" sz="40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369ACA-E52B-BD58-41EB-23C838FE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1907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G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79E488C3-2435-81B7-0345-A11E66AFDBC4}"/>
              </a:ext>
            </a:extLst>
          </p:cNvPr>
          <p:cNvSpPr/>
          <p:nvPr userDrawn="1"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C6CCF231-E68B-EE47-C461-0E2E38CC9C74}"/>
              </a:ext>
            </a:extLst>
          </p:cNvPr>
          <p:cNvGrpSpPr/>
          <p:nvPr userDrawn="1"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732AAFC-F2AB-8E4C-C7D4-094E373EBF81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4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DB8933E-446A-62BF-32E8-9E87E46D2F63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AAC7FE9-4D38-4EF3-FD85-BA3464803D31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DC3A33A-9A57-9CE0-05BB-A601048B6024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622B19F-F448-4020-50A9-D7812E958BDE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4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4A38D3C-611A-7123-258B-5E4C0BD7C16F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578EBB2-9DD0-31BD-48AF-9A45577B5AAC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251B8E7-713B-50F4-969E-43E94F92789F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7DBF8881-CDD0-2ACE-17C1-6D5137C412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VN" sz="40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DC26838-1D33-F7A2-E3F0-48273730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80074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 Ful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1093940" cy="674370"/>
          </a:xfr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31258F-DF27-1FCE-0FF7-047DE6F33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1463040"/>
            <a:ext cx="11114523" cy="4495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6C2F74E-BA6F-828E-8595-5F211108B6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36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912" userDrawn="1">
          <p15:clr>
            <a:srgbClr val="FBAE40"/>
          </p15:clr>
        </p15:guide>
        <p15:guide id="4" pos="336" userDrawn="1">
          <p15:clr>
            <a:srgbClr val="FBAE40"/>
          </p15:clr>
        </p15:guide>
        <p15:guide id="5" pos="734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hart Ful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4675B5C-80B2-1926-4658-5257FDD3B0F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8640" y="1462089"/>
            <a:ext cx="11093941" cy="449149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A1B7B7D6-E08F-F3D4-D37C-B6CE0D3DED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8641" y="1462089"/>
            <a:ext cx="11093940" cy="4491499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2000" b="0" i="0" dirty="0">
                <a:solidFill>
                  <a:schemeClr val="bg1">
                    <a:lumMod val="75000"/>
                  </a:schemeClr>
                </a:solidFill>
                <a:latin typeface="Instrument Sans" pitchFamily="2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[Insert content]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VN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ABB2CBB8-12E4-9ABA-2835-28FB7F2074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4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-Chart-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43294F-3573-8E49-C771-F794BC248C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1463040"/>
            <a:ext cx="2829732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282105F-36F6-73F5-2BF1-2416A64C30A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735093" y="1462089"/>
            <a:ext cx="7907488" cy="4491499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VN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42EF090F-87C6-6283-E410-571EF5EA39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21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-Chart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A18DCE-1FEE-55C2-323D-68DE1BF859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1" y="1463040"/>
            <a:ext cx="4891578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B03B4215-26DE-8375-D5A3-6B476548AF3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06473" y="1462089"/>
            <a:ext cx="6036107" cy="4491499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1093940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E9DFD0C0-2A75-6F80-58ED-D7A80497A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6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 2-Co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E595FD-F7CB-9977-459E-A911DFC1C4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9048" y="1463040"/>
            <a:ext cx="524522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1E4688E-D328-3258-ACD6-27C9068A28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640" y="1463040"/>
            <a:ext cx="524522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D09508DC-C097-0D2C-2E32-1E5E157FBD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9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hart 2-Co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52783AD-EAC6-51F2-14CD-0861DA81394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099048" y="1463040"/>
            <a:ext cx="5229980" cy="53514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CE2D4BED-BC75-4A94-0F56-89D29E5B128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8641" y="1981202"/>
            <a:ext cx="5229979" cy="3972386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7BE3DBC-90BD-299A-0E51-0EE51E85529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1" y="1981202"/>
            <a:ext cx="5229979" cy="3972386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6948D-B5F2-380E-B31E-C10018036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1462728"/>
            <a:ext cx="5229979" cy="51846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7E5F4A9-4A2B-8406-9662-7A9649B03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7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chemeClr val="accent3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Attribution or reference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4D5E2-DA9B-D99D-09FA-036C59BC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BD65F18-F584-68BA-4E1E-3A8CBB02E720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37FECE3-72F3-2365-220F-EB6E91D6BF11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9FCBE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0E1D5AF-E0A3-08A5-8400-2555988B8CC8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5378300-D3EE-94FF-A3F7-8E4D866E26E6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5589AD8-F03F-E65B-8E7D-97FB34286ECE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DDD43FB-DBC9-8FF4-7C36-F09283EB3A82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B4499C1-DC7C-189B-152E-C7C83FE26FAF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B958493-EF68-EE01-DDB4-471667586BFB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4652966-DCC6-21FA-810A-D2E962A910A3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9FCBE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41B8866-1DC6-1864-17E5-23C821959D0C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3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57D89B1-2C6D-3F09-ED57-D746D42A9FF0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DE1E373-CB76-CA3B-A1B3-0E400C04B0C0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0962809-087E-86A8-5108-CCEC3039A7A6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E47CD5A-8873-9B2D-9064-BC5A08A67927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E135538-56FE-90ED-2CAD-E6B2A840390C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rgbClr val="9FCBE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06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rgbClr val="EBFF9E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Attribution or reference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3E63BFC-C860-CDE1-8988-356D2045C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3170076-EAFF-6233-71A9-A7E64F242010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3A6FEE1-3ABD-92F6-5511-0903C50B1469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F0FFA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87FECAC-3529-3576-F4F4-9AC35AC86037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6DC91C2-6512-6AF2-232A-4A7F68D39715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33C3531-0C42-1645-C267-11750DA28085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30F550-F206-EA65-E5DB-D21133B9BB07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196B92A-B7A6-21CA-A2EA-519A5DC36D3E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5D719AE-8127-82B2-7C29-A68C329D2812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203DF3D-DEC8-C854-156E-1DD75DDA25D6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F0FFA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35E62B2-F425-259C-0855-7DB1A45287F8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2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432F2F8-9C71-8DEA-768C-58D331E6F0ED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C226477-086F-D7E2-B182-03589E4C3B1F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26FA1B2-7558-6D30-A51B-D0F233401FBA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2D3F336-FC8E-A251-2961-E89A72EEC794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DCBDA04-2A9B-7609-F368-F27D92CE456C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rgbClr val="F0FFA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3995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chemeClr val="accent6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Attribution or reference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91878E-A434-917E-B0B7-02B507DE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4F5CBD6-CD64-B8ED-8EF3-9468CAE5C484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C0C9019-538C-BFB5-0BF2-CD74DDB11D33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6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03A9157-15A8-FA04-8A54-F5F7AA8DAF7E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C555F65-4F17-1F41-4E2D-5CF68DE8CEAB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965D94E-C043-88E8-F46D-952E14610F1A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347D84B-43D9-AED8-3797-1AC73F16A860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FEB9F5D-82AC-016F-406A-430DFFBFC6B4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9EE4E2A-5284-A76C-AA1F-564A80890CC7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C3C176D-CB73-B771-825B-FAEDC3D2542D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chemeClr val="accent6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7174B9-3A90-F401-5B20-D764FED1B4A7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2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47F2E40-F07D-F563-FF44-58C63255D59B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711F363-7428-4064-18F5-BA30CAF90C3F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145CD60-D614-8C10-C947-9AC926500B3E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978BC33-EE31-95F5-06EE-B820FA07D774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E00BCF3-E9C5-957C-B065-85C1254BA625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chemeClr val="accent6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8169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G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chemeClr val="accent4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Attribution or reference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4AB85E-C7DB-AE67-C2B8-63638931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576DF4-8D67-3BFE-A80D-3AFAB659AE3C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B7003E2-179E-1BFB-7E7A-68C64E4AD6F7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F9895C8-2E41-5DFC-D602-B1DA4AF502C6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17471A7-6F6B-AD73-5307-6F8C1CC86641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9452C24-5B46-EE79-82BC-9A293B7236C5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6483194-DC07-EFF7-E2A8-A3DEB619E805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7C8D25B-1693-F157-CE90-9AE061778174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084EF45-FF4B-B01B-F535-CDC686153D4A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6083DFD-53F1-CEAE-8894-5FDD3DF73E0B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chemeClr val="accent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660484A-29E5-529C-A402-8144A486EA6C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2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19E5513-6D44-D7D6-E6D7-89E40DC61284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11F01F6-70CF-950B-AD58-6D85E67DC8A4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F88A126-9085-A3DA-CBF4-C5DF711DB5B4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950641C-E61E-BD9A-B0F9-9F2935FAE1B7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3197AFC-1D43-8094-CAB7-3DAA707A60AB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chemeClr val="accent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3789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F6C7C51-F454-D2F3-A4F0-2C9735BC3ADB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C02301B-ADE0-E8AF-2A29-5901856CDD63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chemeClr val="accent3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511BEE0-777E-67C5-F1BF-527EBEBD53AC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CDA0790-C099-EFF3-7146-76BDC541C213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32AB9E7-889C-772D-43D8-2FBF0BDF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4122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9EA89BD-D8B7-1096-8CEA-FE29A4454A1A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4F2BBB1-6199-C906-34FF-FF1FA0B78F50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rgbClr val="F0FFAA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33F99C5-FC78-0D88-8CE3-33280D6FF640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FFAA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48CF48A-FA5C-EB27-5377-70C7ED073AD3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FFAA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49330EE-BA2A-B201-04CF-D5C31842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18052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FBF8E63-7FC6-8620-B99A-CF90A9EE68E3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89A18A2-4EBC-5943-8846-76CD49EA9820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chemeClr val="accent6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84F8F60-2FFC-AFA0-92BE-06F7ECB89343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83EA6EE-9BB4-72AE-E273-346F0B691C99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C6149BD-9F5E-25A4-C464-3108B6F2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254899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G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E5B2E9-A46D-9783-3742-D4670EDEF551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2FB5F9C-2B7B-9DF7-4F63-593152277F2F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chemeClr val="accent4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84D6044-C2DA-FF72-5DF5-5861F0DCAC7C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9682199-EB73-3691-13F8-60BBC2041B06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F4847A-7BFE-90A6-48D9-EF57413C2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976259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Sta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AED4F3-B09B-D753-DC90-968008841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3437" y="1573143"/>
            <a:ext cx="5008636" cy="2044700"/>
          </a:xfrm>
        </p:spPr>
        <p:txBody>
          <a:bodyPr anchor="b"/>
          <a:lstStyle>
            <a:lvl1pPr>
              <a:defRPr sz="14000" b="1" spc="-5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5CC2007-9404-6426-9DBF-BBE04092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A57A4AD-3979-C17C-E903-EF65295854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2FFF180-4B79-CF4A-8D01-45A981416AA3}"/>
              </a:ext>
            </a:extLst>
          </p:cNvPr>
          <p:cNvGrpSpPr/>
          <p:nvPr userDrawn="1"/>
        </p:nvGrpSpPr>
        <p:grpSpPr>
          <a:xfrm>
            <a:off x="644796" y="2116806"/>
            <a:ext cx="1064291" cy="955705"/>
            <a:chOff x="644796" y="2233378"/>
            <a:chExt cx="1064291" cy="955705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A8F6364-92FB-1658-9FE9-244B7C100848}"/>
                </a:ext>
              </a:extLst>
            </p:cNvPr>
            <p:cNvSpPr/>
            <p:nvPr userDrawn="1"/>
          </p:nvSpPr>
          <p:spPr>
            <a:xfrm>
              <a:off x="1246680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BA6F6BA-63FD-28E2-CE0B-FB1460D14A83}"/>
                </a:ext>
              </a:extLst>
            </p:cNvPr>
            <p:cNvSpPr/>
            <p:nvPr userDrawn="1"/>
          </p:nvSpPr>
          <p:spPr>
            <a:xfrm>
              <a:off x="644796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03C39B-CDEF-F90D-75EF-DED6DE25D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1990" y="3401568"/>
            <a:ext cx="6400800" cy="1828800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3159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t R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AED4F3-B09B-D753-DC90-968008841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3437" y="1573143"/>
            <a:ext cx="5008636" cy="2044700"/>
          </a:xfrm>
        </p:spPr>
        <p:txBody>
          <a:bodyPr anchor="b"/>
          <a:lstStyle>
            <a:lvl1pPr>
              <a:defRPr sz="14000" b="1" spc="-5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5CC2007-9404-6426-9DBF-BBE04092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A57A4AD-3979-C17C-E903-EF65295854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2FFF180-4B79-CF4A-8D01-45A981416AA3}"/>
              </a:ext>
            </a:extLst>
          </p:cNvPr>
          <p:cNvGrpSpPr/>
          <p:nvPr userDrawn="1"/>
        </p:nvGrpSpPr>
        <p:grpSpPr>
          <a:xfrm>
            <a:off x="644796" y="2116806"/>
            <a:ext cx="1064291" cy="955705"/>
            <a:chOff x="644796" y="2233378"/>
            <a:chExt cx="1064291" cy="955705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A8F6364-92FB-1658-9FE9-244B7C100848}"/>
                </a:ext>
              </a:extLst>
            </p:cNvPr>
            <p:cNvSpPr/>
            <p:nvPr userDrawn="1"/>
          </p:nvSpPr>
          <p:spPr>
            <a:xfrm>
              <a:off x="1246680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25400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BA6F6BA-63FD-28E2-CE0B-FB1460D14A83}"/>
                </a:ext>
              </a:extLst>
            </p:cNvPr>
            <p:cNvSpPr/>
            <p:nvPr userDrawn="1"/>
          </p:nvSpPr>
          <p:spPr>
            <a:xfrm>
              <a:off x="644796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25400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03C39B-CDEF-F90D-75EF-DED6DE25D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1990" y="3401568"/>
            <a:ext cx="6400800" cy="1828800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6099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End Ca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05E3A39-51A6-728D-C361-C72A8A1883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658095"/>
            <a:ext cx="4814879" cy="1704975"/>
          </a:xfrm>
        </p:spPr>
        <p:txBody>
          <a:bodyPr vert="horz" lIns="91440" tIns="45720" rIns="91440" bIns="45720" rtlCol="0">
            <a:noAutofit/>
          </a:bodyPr>
          <a:lstStyle>
            <a:lvl1pPr algn="r">
              <a:defRPr lang="en-US" sz="1800" b="0" i="0" dirty="0" smtClean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pPr lvl="0">
              <a:spcBef>
                <a:spcPts val="80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F4B40C-D630-3C83-8291-F5955CA71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8052" y="3388557"/>
            <a:ext cx="4627948" cy="1704975"/>
          </a:xfrm>
        </p:spPr>
        <p:txBody>
          <a:bodyPr/>
          <a:lstStyle>
            <a:lvl1pPr>
              <a:spcBef>
                <a:spcPts val="800"/>
              </a:spcBef>
              <a:defRPr sz="1800" b="0" i="0">
                <a:solidFill>
                  <a:schemeClr val="tx1"/>
                </a:solidFill>
                <a:latin typeface="DM Sans 14pt" pitchFamily="2" charset="77"/>
              </a:defRPr>
            </a:lvl1pPr>
            <a:lvl2pPr>
              <a:defRPr b="0" i="0">
                <a:latin typeface="DM Sans 14pt" pitchFamily="2" charset="77"/>
              </a:defRPr>
            </a:lvl2pPr>
            <a:lvl3pPr>
              <a:defRPr b="0" i="0">
                <a:latin typeface="DM Sans 14pt" pitchFamily="2" charset="77"/>
              </a:defRPr>
            </a:lvl3pPr>
            <a:lvl4pPr>
              <a:defRPr b="0" i="0">
                <a:latin typeface="DM Sans 14pt" pitchFamily="2" charset="77"/>
              </a:defRPr>
            </a:lvl4pPr>
            <a:lvl5pPr>
              <a:defRPr b="0" i="0">
                <a:latin typeface="DM Sans 14p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BB00AB-049C-5E22-6092-36DD16DFBDEE}"/>
              </a:ext>
            </a:extLst>
          </p:cNvPr>
          <p:cNvSpPr txBox="1"/>
          <p:nvPr userDrawn="1"/>
        </p:nvSpPr>
        <p:spPr>
          <a:xfrm>
            <a:off x="808109" y="6472011"/>
            <a:ext cx="3118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2"/>
                </a:solidFill>
                <a:latin typeface="DM Sans 14pt" pitchFamily="2" charset="77"/>
              </a:rPr>
              <a:t>Policy Institute Australia 2025 </a:t>
            </a:r>
          </a:p>
          <a:p>
            <a:endParaRPr lang="en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19E63-BE28-90BF-9980-DADC6F817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987" y="1648946"/>
            <a:ext cx="2364630" cy="10404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2E724C2-F278-41C9-B144-3D13E3A0D7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988" y="3414818"/>
            <a:ext cx="231077" cy="2310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6574CE-06ED-AC04-4A79-849293FD59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7987" y="3802014"/>
            <a:ext cx="231077" cy="1728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6C45828-58A2-0D05-A493-C43F2DF807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37987" y="4111673"/>
            <a:ext cx="231077" cy="2310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4E9D68-CD06-FF5C-CB8B-6143ED07807E}"/>
              </a:ext>
            </a:extLst>
          </p:cNvPr>
          <p:cNvCxnSpPr/>
          <p:nvPr userDrawn="1"/>
        </p:nvCxnSpPr>
        <p:spPr>
          <a:xfrm>
            <a:off x="1076446" y="3113590"/>
            <a:ext cx="981533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CC1DD32-EC7D-E6A0-7074-620F9321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73A1413-64C4-F4A4-B5CE-E73ECCA188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6503098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11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B2B86-A1C1-A70A-2949-2CEE6E8F0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B64D2-9E54-40DD-BCA8-B399DC8E5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71E47-4AE2-B828-60A2-0884169BB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"/>
              </a:defRPr>
            </a:lvl1pPr>
          </a:lstStyle>
          <a:p>
            <a:fld id="{FDE46285-9BBD-F84E-B725-2DA1FFD81BD8}" type="datetime1">
              <a:rPr lang="en-US" smtClean="0"/>
              <a:pPr/>
              <a:t>2/12/2026</a:t>
            </a:fld>
            <a:endParaRPr lang="en-VN">
              <a:latin typeface="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5F0BA-F1E0-183D-BF45-24FC0B537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"/>
              </a:defRPr>
            </a:lvl1pPr>
          </a:lstStyle>
          <a:p>
            <a:endParaRPr lang="en-VN">
              <a:latin typeface="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165B5-E343-CC19-319B-68DD5189E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fld id="{C9F0C010-1998-4D40-9734-9B85F669A351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360938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5" r:id="rId2"/>
    <p:sldLayoutId id="2147483686" r:id="rId3"/>
    <p:sldLayoutId id="2147483688" r:id="rId4"/>
    <p:sldLayoutId id="2147483687" r:id="rId5"/>
    <p:sldLayoutId id="2147483680" r:id="rId6"/>
    <p:sldLayoutId id="2147483671" r:id="rId7"/>
    <p:sldLayoutId id="2147483672" r:id="rId8"/>
    <p:sldLayoutId id="2147483668" r:id="rId9"/>
    <p:sldLayoutId id="2147483651" r:id="rId10"/>
    <p:sldLayoutId id="2147483689" r:id="rId11"/>
    <p:sldLayoutId id="2147483669" r:id="rId12"/>
    <p:sldLayoutId id="2147483675" r:id="rId13"/>
    <p:sldLayoutId id="2147483677" r:id="rId14"/>
    <p:sldLayoutId id="2147483676" r:id="rId15"/>
    <p:sldLayoutId id="2147483683" r:id="rId16"/>
    <p:sldLayoutId id="2147483684" r:id="rId17"/>
    <p:sldLayoutId id="2147483681" r:id="rId18"/>
    <p:sldLayoutId id="2147483682" r:id="rId19"/>
    <p:sldLayoutId id="2147483678" r:id="rId20"/>
    <p:sldLayoutId id="2147483690" r:id="rId21"/>
    <p:sldLayoutId id="2147483663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DM Sans 14pt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1pPr>
      <a:lvl2pPr marL="457200" indent="-2333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2pPr>
      <a:lvl3pPr marL="630238" indent="-1730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3pPr>
      <a:lvl4pPr marL="8636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4pPr>
      <a:lvl5pPr marL="1087438" indent="-1730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9.xml"/>
<Relationship Id="rId2" Type="http://schemas.openxmlformats.org/officeDocument/2006/relationships/image" Target="../media/70c58c83552399cd190c911fb408cf6120075d8b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702702"/>
            <a:ext cx="6202538" cy="2439336"/>
          </a:xfrm>
        </p:spPr>
        <p:txBody>
          <a:bodyPr/>
          <a:lstStyle/>
          <a:p>
            <a:r>
              <a:rPr/>
              <a:t>Demo Scoping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4575030"/>
            <a:ext cx="4961511" cy="539813"/>
          </a:xfrm>
        </p:spPr>
        <p:txBody>
          <a:bodyPr/>
          <a:lstStyle/>
          <a:p>
            <a:r>
              <a:rPr/>
              <a:t>Generated on 2026-02-12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2" descr=""/>
          <p:cNvPicPr>
            <a:picLocks noGrp="1"/>
          </p:cNvPicPr>
          <p:nvPr>
            <p:ph sz="quarter" idx="14" hasCustomPrompt="1"/>
          </p:nvPr>
        </p:nvPicPr>
        <p:blipFill>
          <a:blip r:embed="rId2"/>
          <a:stretch>
            <a:fillRect/>
          </a:stretch>
        </p:blipFill>
        <p:spPr>
          <a:xfrm>
            <a:off x="5606473" y="1462089"/>
            <a:ext cx="6036107" cy="4491499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48641" y="210816"/>
            <a:ext cx="11093940" cy="674370"/>
          </a:xfrm>
        </p:spPr>
        <p:txBody>
          <a:bodyPr/>
          <a:lstStyle/>
          <a:p>
            <a:r>
              <a:rPr/>
              <a:t>Random Data Snapshot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48641" y="1463040"/>
            <a:ext cx="4891578" cy="4495800"/>
          </a:xfrm>
        </p:spPr>
        <p:txBody>
          <a:bodyPr/>
          <a:lstStyle/>
          <a:p>
            <a:pPr/>
            <a:r>
              <a:rPr/>
              <a:t>Data is randomly generated for demonstration.</a:t>
            </a:r>
          </a:p>
          <a:p>
            <a:pPr/>
            <a:r>
              <a:rPr/>
              <a:t>Points are grouped into 3 categories.</a:t>
            </a:r>
          </a:p>
          <a:p>
            <a:pPr/>
            <a:r>
              <a:rPr/>
              <a:t>Template placeholders control chart/text placement.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A Template 2026">
  <a:themeElements>
    <a:clrScheme name="Custom 5">
      <a:dk1>
        <a:srgbClr val="070E2B"/>
      </a:dk1>
      <a:lt1>
        <a:srgbClr val="FFFFFF"/>
      </a:lt1>
      <a:dk2>
        <a:srgbClr val="EAEFEF"/>
      </a:dk2>
      <a:lt2>
        <a:srgbClr val="A7C3C7"/>
      </a:lt2>
      <a:accent1>
        <a:srgbClr val="143C64"/>
      </a:accent1>
      <a:accent2>
        <a:srgbClr val="788C96"/>
      </a:accent2>
      <a:accent3>
        <a:srgbClr val="9FCBEA"/>
      </a:accent3>
      <a:accent4>
        <a:srgbClr val="6EC88C"/>
      </a:accent4>
      <a:accent5>
        <a:srgbClr val="6E0A28"/>
      </a:accent5>
      <a:accent6>
        <a:srgbClr val="FF9682"/>
      </a:accent6>
      <a:hlink>
        <a:srgbClr val="F0FFA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6553 - PIA PPT Template Final" id="{60B86DB4-0375-2047-A3E7-4200CDB3903E}" vid="{3D10A936-D1CB-F647-A852-8E5C1E385B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7E0CEF03A4C94AAEC7E027E6AAA38F" ma:contentTypeVersion="12" ma:contentTypeDescription="Create a new document." ma:contentTypeScope="" ma:versionID="6183b14a297151946ec59f0c0ad52982">
  <xsd:schema xmlns:xsd="http://www.w3.org/2001/XMLSchema" xmlns:xs="http://www.w3.org/2001/XMLSchema" xmlns:p="http://schemas.microsoft.com/office/2006/metadata/properties" xmlns:ns2="dbda643a-48e3-49b4-9179-7092f2eadabd" xmlns:ns3="d52330c0-b42c-408a-9948-ade51242c0df" targetNamespace="http://schemas.microsoft.com/office/2006/metadata/properties" ma:root="true" ma:fieldsID="3ccda218e0f3cd0c495cad5d2de7fb0e" ns2:_="" ns3:_="">
    <xsd:import namespace="dbda643a-48e3-49b4-9179-7092f2eadabd"/>
    <xsd:import namespace="d52330c0-b42c-408a-9948-ade51242c0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da643a-48e3-49b4-9179-7092f2eada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6958645-207b-4c7f-b174-95261e06f7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2330c0-b42c-408a-9948-ade51242c0d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d124d37-c453-4040-a14c-d97669fb0b8e}" ma:internalName="TaxCatchAll" ma:showField="CatchAllData" ma:web="d52330c0-b42c-408a-9948-ade51242c0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da643a-48e3-49b4-9179-7092f2eadabd">
      <Terms xmlns="http://schemas.microsoft.com/office/infopath/2007/PartnerControls"/>
    </lcf76f155ced4ddcb4097134ff3c332f>
    <TaxCatchAll xmlns="d52330c0-b42c-408a-9948-ade51242c0df" xsi:nil="true"/>
  </documentManagement>
</p:properties>
</file>

<file path=customXml/itemProps1.xml><?xml version="1.0" encoding="utf-8"?>
<ds:datastoreItem xmlns:ds="http://schemas.openxmlformats.org/officeDocument/2006/customXml" ds:itemID="{41033BD9-FB21-43B4-91F5-87B15F0C15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da643a-48e3-49b4-9179-7092f2eadabd"/>
    <ds:schemaRef ds:uri="d52330c0-b42c-408a-9948-ade51242c0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FC57C4-D722-4D5A-9B98-8D4B17472F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5F0435-69FB-4248-9A86-1BBD68FF0179}">
  <ds:schemaRefs>
    <ds:schemaRef ds:uri="d52330c0-b42c-408a-9948-ade51242c0df"/>
    <ds:schemaRef ds:uri="dbda643a-48e3-49b4-9179-7092f2eadab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152</Words>
  <Application>Microsoft Office PowerPoint</Application>
  <PresentationFormat>Widescreen</PresentationFormat>
  <Paragraphs>61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DM Sans 14pt</vt:lpstr>
      <vt:lpstr>Instrument Sans</vt:lpstr>
      <vt:lpstr>PIA Template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78%</vt:lpstr>
      <vt:lpstr>78%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Indra Parta</dc:creator>
  <cp:lastModifiedBy/>
  <cp:revision>1</cp:revision>
  <dcterms:created xsi:type="dcterms:W3CDTF">2026-02-12T04:46:34Z</dcterms:created>
  <dcterms:modified xsi:type="dcterms:W3CDTF">2026-02-12T17:04:34Z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0x0101006C7E0CEF03A4C94AAEC7E027E6AAA38F</vt:lpwstr>
  </property>
  <property fmtid="{D5CDD505-2E9C-101B-9397-08002B2CF9AE}" pid="3" name="MediaServiceImageTags">
    <vt:lpwstr/>
  </property>
</Properties>
</file>